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2"/>
  </p:notesMasterIdLst>
  <p:sldIdLst>
    <p:sldId id="347" r:id="rId2"/>
    <p:sldId id="367" r:id="rId3"/>
    <p:sldId id="392" r:id="rId4"/>
    <p:sldId id="393" r:id="rId5"/>
    <p:sldId id="394" r:id="rId6"/>
    <p:sldId id="395" r:id="rId7"/>
    <p:sldId id="368" r:id="rId8"/>
    <p:sldId id="369" r:id="rId9"/>
    <p:sldId id="370" r:id="rId10"/>
    <p:sldId id="371" r:id="rId11"/>
    <p:sldId id="372" r:id="rId12"/>
    <p:sldId id="391" r:id="rId13"/>
    <p:sldId id="396" r:id="rId14"/>
    <p:sldId id="397" r:id="rId15"/>
    <p:sldId id="398" r:id="rId16"/>
    <p:sldId id="399" r:id="rId17"/>
    <p:sldId id="400" r:id="rId18"/>
    <p:sldId id="401" r:id="rId19"/>
    <p:sldId id="402" r:id="rId20"/>
    <p:sldId id="366" r:id="rId2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34" autoAdjust="0"/>
    <p:restoredTop sz="84698" autoAdjust="0"/>
  </p:normalViewPr>
  <p:slideViewPr>
    <p:cSldViewPr>
      <p:cViewPr>
        <p:scale>
          <a:sx n="68" d="100"/>
          <a:sy n="68" d="100"/>
        </p:scale>
        <p:origin x="-1440" y="-72"/>
      </p:cViewPr>
      <p:guideLst>
        <p:guide orient="horz" pos="2160"/>
        <p:guide pos="2880"/>
      </p:guideLst>
    </p:cSldViewPr>
  </p:slideViewPr>
  <p:outlineViewPr>
    <p:cViewPr>
      <p:scale>
        <a:sx n="33" d="100"/>
        <a:sy n="33" d="100"/>
      </p:scale>
      <p:origin x="30" y="7002"/>
    </p:cViewPr>
  </p:outlin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A48141C-1FE4-4D87-B00D-6A681C6ABDAB}" type="datetimeFigureOut">
              <a:rPr lang="en-IN" smtClean="0"/>
              <a:t>10-09-2022</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1A97293-404B-44E7-8FF7-D9A57321EE43}" type="slidenum">
              <a:rPr lang="en-IN" smtClean="0"/>
              <a:t>‹#›</a:t>
            </a:fld>
            <a:endParaRPr lang="en-IN"/>
          </a:p>
        </p:txBody>
      </p:sp>
    </p:spTree>
    <p:extLst>
      <p:ext uri="{BB962C8B-B14F-4D97-AF65-F5344CB8AC3E}">
        <p14:creationId xmlns:p14="http://schemas.microsoft.com/office/powerpoint/2010/main" val="1856783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09910DCD-4B35-41B5-9D33-ACFB34421816}" type="slidenum">
              <a:rPr lang="en-IN" smtClean="0"/>
              <a:t>1</a:t>
            </a:fld>
            <a:endParaRPr lang="en-IN"/>
          </a:p>
        </p:txBody>
      </p:sp>
    </p:spTree>
    <p:extLst>
      <p:ext uri="{BB962C8B-B14F-4D97-AF65-F5344CB8AC3E}">
        <p14:creationId xmlns:p14="http://schemas.microsoft.com/office/powerpoint/2010/main" val="10137028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4"/>
            <a:ext cx="78867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a:xfrm>
            <a:off x="628650" y="6356351"/>
            <a:ext cx="2057400" cy="365125"/>
          </a:xfrm>
          <a:prstGeom prst="rect">
            <a:avLst/>
          </a:prstGeom>
        </p:spPr>
        <p:txBody>
          <a:bodyPr/>
          <a:lstStyle/>
          <a:p>
            <a:fld id="{5F6FE439-C49D-4EC1-BB5F-F12E4768289D}" type="datetime1">
              <a:rPr lang="en-US">
                <a:solidFill>
                  <a:prstClr val="black"/>
                </a:solidFill>
              </a:rPr>
              <a:pPr/>
              <a:t>9/10/2022</a:t>
            </a:fld>
            <a:endParaRPr lang="en-US">
              <a:solidFill>
                <a:prstClr val="black"/>
              </a:solidFill>
            </a:endParaRPr>
          </a:p>
        </p:txBody>
      </p:sp>
      <p:sp>
        <p:nvSpPr>
          <p:cNvPr id="5" name="Footer Placeholder 4"/>
          <p:cNvSpPr>
            <a:spLocks noGrp="1"/>
          </p:cNvSpPr>
          <p:nvPr>
            <p:ph type="ftr" sz="quarter" idx="11"/>
          </p:nvPr>
        </p:nvSpPr>
        <p:spPr>
          <a:xfrm>
            <a:off x="3028950" y="6356351"/>
            <a:ext cx="3086100" cy="365125"/>
          </a:xfrm>
          <a:prstGeom prst="rect">
            <a:avLst/>
          </a:prstGeom>
        </p:spPr>
        <p:txBody>
          <a:bodyPr/>
          <a:lstStyle/>
          <a:p>
            <a:r>
              <a:rPr lang="en-US">
                <a:solidFill>
                  <a:prstClr val="black"/>
                </a:solidFill>
              </a:rPr>
              <a:t>SIRAC/29-5-2020</a:t>
            </a:r>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E564FDC1-7B51-4592-AE98-E280758EE1BE}" type="slidenum">
              <a:rPr lang="en-US">
                <a:solidFill>
                  <a:prstClr val="black"/>
                </a:solidFill>
              </a:rPr>
              <a:pPr/>
              <a:t>‹#›</a:t>
            </a:fld>
            <a:endParaRPr lang="en-US">
              <a:solidFill>
                <a:prstClr val="black"/>
              </a:solidFill>
            </a:endParaRPr>
          </a:p>
        </p:txBody>
      </p:sp>
    </p:spTree>
    <p:extLst>
      <p:ext uri="{BB962C8B-B14F-4D97-AF65-F5344CB8AC3E}">
        <p14:creationId xmlns:p14="http://schemas.microsoft.com/office/powerpoint/2010/main" val="29426417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628650" y="6356351"/>
            <a:ext cx="2057400" cy="365125"/>
          </a:xfrm>
          <a:prstGeom prst="rect">
            <a:avLst/>
          </a:prstGeom>
        </p:spPr>
        <p:txBody>
          <a:bodyPr/>
          <a:lstStyle/>
          <a:p>
            <a:fld id="{F74E0460-F78B-4751-ACD5-CB1FA823892D}" type="datetime1">
              <a:rPr lang="en-US">
                <a:solidFill>
                  <a:prstClr val="black"/>
                </a:solidFill>
              </a:rPr>
              <a:pPr/>
              <a:t>9/10/2022</a:t>
            </a:fld>
            <a:endParaRPr lang="en-US">
              <a:solidFill>
                <a:prstClr val="black"/>
              </a:solidFill>
            </a:endParaRPr>
          </a:p>
        </p:txBody>
      </p:sp>
      <p:sp>
        <p:nvSpPr>
          <p:cNvPr id="5" name="Footer Placeholder 4"/>
          <p:cNvSpPr>
            <a:spLocks noGrp="1"/>
          </p:cNvSpPr>
          <p:nvPr>
            <p:ph type="ftr" sz="quarter" idx="11"/>
          </p:nvPr>
        </p:nvSpPr>
        <p:spPr>
          <a:xfrm>
            <a:off x="3028950" y="6356351"/>
            <a:ext cx="3086100" cy="365125"/>
          </a:xfrm>
          <a:prstGeom prst="rect">
            <a:avLst/>
          </a:prstGeom>
        </p:spPr>
        <p:txBody>
          <a:bodyPr/>
          <a:lstStyle/>
          <a:p>
            <a:r>
              <a:rPr lang="en-US">
                <a:solidFill>
                  <a:prstClr val="black"/>
                </a:solidFill>
              </a:rPr>
              <a:t>SIRAC/29-5-2020</a:t>
            </a:r>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E564FDC1-7B51-4592-AE98-E280758EE1BE}" type="slidenum">
              <a:rPr lang="en-US">
                <a:solidFill>
                  <a:prstClr val="black"/>
                </a:solidFill>
              </a:rPr>
              <a:pPr/>
              <a:t>‹#›</a:t>
            </a:fld>
            <a:endParaRPr lang="en-US">
              <a:solidFill>
                <a:prstClr val="black"/>
              </a:solidFill>
            </a:endParaRPr>
          </a:p>
        </p:txBody>
      </p:sp>
      <p:sp>
        <p:nvSpPr>
          <p:cNvPr id="7" name="Text Placeholder 2"/>
          <p:cNvSpPr>
            <a:spLocks noGrp="1"/>
          </p:cNvSpPr>
          <p:nvPr>
            <p:ph idx="1"/>
          </p:nvPr>
        </p:nvSpPr>
        <p:spPr>
          <a:xfrm>
            <a:off x="728983" y="1324629"/>
            <a:ext cx="8229600" cy="4525963"/>
          </a:xfrm>
          <a:prstGeom prst="rect">
            <a:avLst/>
          </a:prstGeom>
        </p:spPr>
        <p:txBody>
          <a:bodyPr vert="horz" lIns="91440" tIns="45720" rIns="91440" bIns="45720" rtlCol="0">
            <a:normAutofit/>
          </a:bodyPr>
          <a:lstStyle>
            <a:lvl1pPr marL="285750" indent="-285750">
              <a:buFont typeface="Arial" panose="020B0604020202020204" pitchFamily="34" charset="0"/>
              <a:buChar char="•"/>
              <a:defRPr sz="2800">
                <a:latin typeface="Times New Roman" panose="02020603050405020304" pitchFamily="18" charset="0"/>
                <a:cs typeface="Times New Roman" panose="02020603050405020304" pitchFamily="18" charset="0"/>
              </a:defRPr>
            </a:lvl1pPr>
            <a:lvl2pPr marL="742950" indent="-285750">
              <a:buFont typeface="Courier New" panose="02070309020205020404" pitchFamily="49" charset="0"/>
              <a:buChar char="o"/>
              <a:defRPr sz="2400">
                <a:latin typeface="Times New Roman" panose="02020603050405020304" pitchFamily="18" charset="0"/>
                <a:cs typeface="Times New Roman" panose="02020603050405020304" pitchFamily="18" charset="0"/>
              </a:defRPr>
            </a:lvl2pPr>
            <a:lvl3pPr marL="1200150" indent="-137160">
              <a:buFont typeface="Calibri" panose="020F0502020204030204" pitchFamily="34" charset="0"/>
              <a:buChar char="−"/>
              <a:defRPr sz="2000">
                <a:latin typeface="Times New Roman" panose="02020603050405020304" pitchFamily="18" charset="0"/>
                <a:cs typeface="Times New Roman" panose="02020603050405020304" pitchFamily="18" charset="0"/>
              </a:defRPr>
            </a:lvl3pPr>
            <a:lvl4pPr>
              <a:defRPr sz="1800">
                <a:latin typeface="Times New Roman" panose="02020603050405020304" pitchFamily="18" charset="0"/>
                <a:cs typeface="Times New Roman" panose="02020603050405020304" pitchFamily="18" charset="0"/>
              </a:defRPr>
            </a:lvl4pPr>
            <a:lvl5pPr>
              <a:defRPr sz="1400">
                <a:latin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1180438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628650" y="6356351"/>
            <a:ext cx="2057400" cy="365125"/>
          </a:xfrm>
          <a:prstGeom prst="rect">
            <a:avLst/>
          </a:prstGeom>
        </p:spPr>
        <p:txBody>
          <a:bodyPr/>
          <a:lstStyle/>
          <a:p>
            <a:fld id="{57CA7694-521A-450C-9D96-31F4F6DC37F1}" type="datetime1">
              <a:rPr lang="en-US">
                <a:solidFill>
                  <a:prstClr val="black"/>
                </a:solidFill>
              </a:rPr>
              <a:pPr/>
              <a:t>9/10/2022</a:t>
            </a:fld>
            <a:endParaRPr lang="en-US">
              <a:solidFill>
                <a:prstClr val="black"/>
              </a:solidFill>
            </a:endParaRPr>
          </a:p>
        </p:txBody>
      </p:sp>
      <p:sp>
        <p:nvSpPr>
          <p:cNvPr id="5" name="Footer Placeholder 4"/>
          <p:cNvSpPr>
            <a:spLocks noGrp="1"/>
          </p:cNvSpPr>
          <p:nvPr>
            <p:ph type="ftr" sz="quarter" idx="11"/>
          </p:nvPr>
        </p:nvSpPr>
        <p:spPr>
          <a:xfrm>
            <a:off x="3028950" y="6356351"/>
            <a:ext cx="3086100" cy="365125"/>
          </a:xfrm>
          <a:prstGeom prst="rect">
            <a:avLst/>
          </a:prstGeom>
        </p:spPr>
        <p:txBody>
          <a:bodyPr/>
          <a:lstStyle/>
          <a:p>
            <a:r>
              <a:rPr lang="en-US">
                <a:solidFill>
                  <a:prstClr val="black"/>
                </a:solidFill>
              </a:rPr>
              <a:t>SIRAC/29-5-2020</a:t>
            </a:r>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E564FDC1-7B51-4592-AE98-E280758EE1BE}" type="slidenum">
              <a:rPr lang="en-US">
                <a:solidFill>
                  <a:prstClr val="black"/>
                </a:solidFill>
              </a:rPr>
              <a:pPr/>
              <a:t>‹#›</a:t>
            </a:fld>
            <a:endParaRPr lang="en-US">
              <a:solidFill>
                <a:prstClr val="black"/>
              </a:solidFill>
            </a:endParaRPr>
          </a:p>
        </p:txBody>
      </p:sp>
      <p:sp>
        <p:nvSpPr>
          <p:cNvPr id="7" name="Title 1"/>
          <p:cNvSpPr>
            <a:spLocks noGrp="1"/>
          </p:cNvSpPr>
          <p:nvPr>
            <p:ph type="title"/>
          </p:nvPr>
        </p:nvSpPr>
        <p:spPr>
          <a:xfrm>
            <a:off x="817323" y="214817"/>
            <a:ext cx="7402883" cy="874951"/>
          </a:xfrm>
          <a:prstGeom prst="rect">
            <a:avLst/>
          </a:prstGeom>
        </p:spPr>
        <p:txBody>
          <a:bodyPr/>
          <a:lstStyle>
            <a:lvl1pPr algn="ctr">
              <a:defRPr sz="3600">
                <a:solidFill>
                  <a:srgbClr val="930B0B"/>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9" name="Text Placeholder 2"/>
          <p:cNvSpPr>
            <a:spLocks noGrp="1"/>
          </p:cNvSpPr>
          <p:nvPr>
            <p:ph idx="1"/>
          </p:nvPr>
        </p:nvSpPr>
        <p:spPr>
          <a:xfrm>
            <a:off x="700004" y="1324629"/>
            <a:ext cx="8229600" cy="4525963"/>
          </a:xfrm>
          <a:prstGeom prst="rect">
            <a:avLst/>
          </a:prstGeom>
        </p:spPr>
        <p:txBody>
          <a:bodyPr vert="horz" lIns="91440" tIns="45720" rIns="91440" bIns="45720" rtlCol="0">
            <a:normAutofit/>
          </a:bodyPr>
          <a:lstStyle>
            <a:lvl1pPr marL="285750" indent="-285750">
              <a:buFont typeface="Arial" panose="020B0604020202020204" pitchFamily="34" charset="0"/>
              <a:buChar char="•"/>
              <a:defRPr sz="2800">
                <a:latin typeface="Times New Roman" panose="02020603050405020304" pitchFamily="18" charset="0"/>
                <a:cs typeface="Times New Roman" panose="02020603050405020304" pitchFamily="18" charset="0"/>
              </a:defRPr>
            </a:lvl1pPr>
            <a:lvl2pPr marL="742950" indent="-285750">
              <a:buFont typeface="Courier New" panose="02070309020205020404" pitchFamily="49" charset="0"/>
              <a:buChar char="o"/>
              <a:defRPr sz="2400">
                <a:latin typeface="Times New Roman" panose="02020603050405020304" pitchFamily="18" charset="0"/>
                <a:cs typeface="Times New Roman" panose="02020603050405020304" pitchFamily="18" charset="0"/>
              </a:defRPr>
            </a:lvl2pPr>
            <a:lvl3pPr marL="1200150" indent="-137160">
              <a:buFont typeface="Calibri" panose="020F0502020204030204" pitchFamily="34" charset="0"/>
              <a:buChar char="−"/>
              <a:defRPr sz="2000">
                <a:latin typeface="Times New Roman" panose="02020603050405020304" pitchFamily="18" charset="0"/>
                <a:cs typeface="Times New Roman" panose="02020603050405020304" pitchFamily="18" charset="0"/>
              </a:defRPr>
            </a:lvl3pPr>
            <a:lvl4pPr>
              <a:defRPr sz="1800">
                <a:latin typeface="Times New Roman" panose="02020603050405020304" pitchFamily="18" charset="0"/>
                <a:cs typeface="Times New Roman" panose="02020603050405020304" pitchFamily="18" charset="0"/>
              </a:defRPr>
            </a:lvl4pPr>
            <a:lvl5pPr>
              <a:defRPr sz="1400">
                <a:latin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213651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27078762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17323" y="214817"/>
            <a:ext cx="7402883" cy="874951"/>
          </a:xfrm>
          <a:prstGeom prst="rect">
            <a:avLst/>
          </a:prstGeom>
        </p:spPr>
        <p:txBody>
          <a:bodyPr/>
          <a:lstStyle>
            <a:lvl1pPr algn="ctr">
              <a:defRPr sz="3600">
                <a:solidFill>
                  <a:srgbClr val="930B0B"/>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Content Placeholder 2"/>
          <p:cNvSpPr>
            <a:spLocks noGrp="1"/>
          </p:cNvSpPr>
          <p:nvPr>
            <p:ph sz="half" idx="1"/>
          </p:nvPr>
        </p:nvSpPr>
        <p:spPr>
          <a:xfrm>
            <a:off x="655370" y="1189973"/>
            <a:ext cx="8248389" cy="4899308"/>
          </a:xfrm>
          <a:prstGeom prst="rect">
            <a:avLst/>
          </a:prstGeom>
        </p:spPr>
        <p:txBody>
          <a:bodyPr/>
          <a:lstStyle>
            <a:lvl1pPr>
              <a:defRPr>
                <a:latin typeface="Times New Roman" panose="02020603050405020304" pitchFamily="18" charset="0"/>
                <a:cs typeface="Times New Roman" panose="02020603050405020304" pitchFamily="18" charset="0"/>
              </a:defRPr>
            </a:lvl1pPr>
            <a:lvl2pPr marL="685800" indent="-228600">
              <a:buClr>
                <a:schemeClr val="accent2">
                  <a:lumMod val="75000"/>
                </a:schemeClr>
              </a:buClr>
              <a:buSzPct val="70000"/>
              <a:buFont typeface="Courier New" panose="02070309020205020404" pitchFamily="49" charset="0"/>
              <a:buChar char="o"/>
              <a:defRPr>
                <a:latin typeface="Times New Roman" panose="02020603050405020304" pitchFamily="18" charset="0"/>
                <a:cs typeface="Times New Roman" panose="02020603050405020304" pitchFamily="18" charset="0"/>
              </a:defRPr>
            </a:lvl2pPr>
            <a:lvl3pPr marL="1143000" indent="-228600">
              <a:buClr>
                <a:srgbClr val="8D4427"/>
              </a:buClr>
              <a:buSzPct val="70000"/>
              <a:buFont typeface="Times New Roman" panose="02020603050405020304" pitchFamily="18" charset="0"/>
              <a:buChar char="−"/>
              <a:defRPr>
                <a:latin typeface="Times New Roman" panose="02020603050405020304" pitchFamily="18" charset="0"/>
                <a:cs typeface="Times New Roman" panose="02020603050405020304" pitchFamily="18" charset="0"/>
              </a:defRPr>
            </a:lvl3pPr>
            <a:lvl4pPr>
              <a:defRPr>
                <a:latin typeface="Times New Roman" panose="02020603050405020304" pitchFamily="18" charset="0"/>
                <a:cs typeface="Times New Roman" panose="02020603050405020304" pitchFamily="18" charset="0"/>
              </a:defRPr>
            </a:lvl4pPr>
            <a:lvl5pPr>
              <a:defRPr>
                <a:latin typeface="Times New Roman" panose="02020603050405020304" pitchFamily="18" charset="0"/>
                <a:cs typeface="Times New Roman" panose="02020603050405020304" pitchFamily="18"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3059118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681575" y="1606006"/>
            <a:ext cx="3868340"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03704" y="2505075"/>
            <a:ext cx="3868340" cy="368458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803013" y="1681163"/>
            <a:ext cx="3887391"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803013" y="2505075"/>
            <a:ext cx="3887391" cy="368458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628650" y="6356351"/>
            <a:ext cx="2057400" cy="365125"/>
          </a:xfrm>
          <a:prstGeom prst="rect">
            <a:avLst/>
          </a:prstGeom>
        </p:spPr>
        <p:txBody>
          <a:bodyPr/>
          <a:lstStyle/>
          <a:p>
            <a:fld id="{AC268793-EB06-4C2E-A344-050FACD6263B}" type="datetime1">
              <a:rPr lang="en-US">
                <a:solidFill>
                  <a:prstClr val="black"/>
                </a:solidFill>
              </a:rPr>
              <a:pPr/>
              <a:t>9/10/2022</a:t>
            </a:fld>
            <a:endParaRPr lang="en-US">
              <a:solidFill>
                <a:prstClr val="black"/>
              </a:solidFill>
            </a:endParaRPr>
          </a:p>
        </p:txBody>
      </p:sp>
      <p:sp>
        <p:nvSpPr>
          <p:cNvPr id="8" name="Footer Placeholder 7"/>
          <p:cNvSpPr>
            <a:spLocks noGrp="1"/>
          </p:cNvSpPr>
          <p:nvPr>
            <p:ph type="ftr" sz="quarter" idx="11"/>
          </p:nvPr>
        </p:nvSpPr>
        <p:spPr>
          <a:xfrm>
            <a:off x="3028950" y="6356351"/>
            <a:ext cx="3086100" cy="365125"/>
          </a:xfrm>
          <a:prstGeom prst="rect">
            <a:avLst/>
          </a:prstGeom>
        </p:spPr>
        <p:txBody>
          <a:bodyPr/>
          <a:lstStyle/>
          <a:p>
            <a:r>
              <a:rPr lang="en-US">
                <a:solidFill>
                  <a:prstClr val="black"/>
                </a:solidFill>
              </a:rPr>
              <a:t>SIRAC/29-5-2020</a:t>
            </a:r>
          </a:p>
        </p:txBody>
      </p:sp>
      <p:sp>
        <p:nvSpPr>
          <p:cNvPr id="9" name="Slide Number Placeholder 8"/>
          <p:cNvSpPr>
            <a:spLocks noGrp="1"/>
          </p:cNvSpPr>
          <p:nvPr>
            <p:ph type="sldNum" sz="quarter" idx="12"/>
          </p:nvPr>
        </p:nvSpPr>
        <p:spPr>
          <a:xfrm>
            <a:off x="6457950" y="6356351"/>
            <a:ext cx="2057400" cy="365125"/>
          </a:xfrm>
          <a:prstGeom prst="rect">
            <a:avLst/>
          </a:prstGeom>
        </p:spPr>
        <p:txBody>
          <a:bodyPr/>
          <a:lstStyle/>
          <a:p>
            <a:fld id="{E564FDC1-7B51-4592-AE98-E280758EE1BE}" type="slidenum">
              <a:rPr lang="en-US">
                <a:solidFill>
                  <a:prstClr val="black"/>
                </a:solidFill>
              </a:rPr>
              <a:pPr/>
              <a:t>‹#›</a:t>
            </a:fld>
            <a:endParaRPr lang="en-US">
              <a:solidFill>
                <a:prstClr val="black"/>
              </a:solidFill>
            </a:endParaRPr>
          </a:p>
        </p:txBody>
      </p:sp>
    </p:spTree>
    <p:extLst>
      <p:ext uri="{BB962C8B-B14F-4D97-AF65-F5344CB8AC3E}">
        <p14:creationId xmlns:p14="http://schemas.microsoft.com/office/powerpoint/2010/main" val="31807507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628650" y="6356351"/>
            <a:ext cx="2057400" cy="365125"/>
          </a:xfrm>
          <a:prstGeom prst="rect">
            <a:avLst/>
          </a:prstGeom>
        </p:spPr>
        <p:txBody>
          <a:bodyPr/>
          <a:lstStyle/>
          <a:p>
            <a:fld id="{2FF30AE1-1730-442F-9262-909CF92DC89A}" type="datetime1">
              <a:rPr lang="en-US">
                <a:solidFill>
                  <a:prstClr val="black"/>
                </a:solidFill>
              </a:rPr>
              <a:pPr/>
              <a:t>9/10/2022</a:t>
            </a:fld>
            <a:endParaRPr lang="en-US">
              <a:solidFill>
                <a:prstClr val="black"/>
              </a:solidFill>
            </a:endParaRPr>
          </a:p>
        </p:txBody>
      </p:sp>
      <p:sp>
        <p:nvSpPr>
          <p:cNvPr id="4" name="Footer Placeholder 3"/>
          <p:cNvSpPr>
            <a:spLocks noGrp="1"/>
          </p:cNvSpPr>
          <p:nvPr>
            <p:ph type="ftr" sz="quarter" idx="11"/>
          </p:nvPr>
        </p:nvSpPr>
        <p:spPr>
          <a:xfrm>
            <a:off x="3028950" y="6356351"/>
            <a:ext cx="3086100" cy="365125"/>
          </a:xfrm>
          <a:prstGeom prst="rect">
            <a:avLst/>
          </a:prstGeom>
        </p:spPr>
        <p:txBody>
          <a:bodyPr/>
          <a:lstStyle/>
          <a:p>
            <a:r>
              <a:rPr lang="en-US">
                <a:solidFill>
                  <a:prstClr val="black"/>
                </a:solidFill>
              </a:rPr>
              <a:t>SIRAC/29-5-2020</a:t>
            </a:r>
          </a:p>
        </p:txBody>
      </p:sp>
      <p:sp>
        <p:nvSpPr>
          <p:cNvPr id="5" name="Slide Number Placeholder 4"/>
          <p:cNvSpPr>
            <a:spLocks noGrp="1"/>
          </p:cNvSpPr>
          <p:nvPr>
            <p:ph type="sldNum" sz="quarter" idx="12"/>
          </p:nvPr>
        </p:nvSpPr>
        <p:spPr>
          <a:xfrm>
            <a:off x="6457950" y="6356351"/>
            <a:ext cx="2057400" cy="365125"/>
          </a:xfrm>
          <a:prstGeom prst="rect">
            <a:avLst/>
          </a:prstGeom>
        </p:spPr>
        <p:txBody>
          <a:bodyPr/>
          <a:lstStyle/>
          <a:p>
            <a:fld id="{E564FDC1-7B51-4592-AE98-E280758EE1BE}" type="slidenum">
              <a:rPr lang="en-US">
                <a:solidFill>
                  <a:prstClr val="black"/>
                </a:solidFill>
              </a:rPr>
              <a:pPr/>
              <a:t>‹#›</a:t>
            </a:fld>
            <a:endParaRPr lang="en-US">
              <a:solidFill>
                <a:prstClr val="black"/>
              </a:solidFill>
            </a:endParaRPr>
          </a:p>
        </p:txBody>
      </p:sp>
    </p:spTree>
    <p:extLst>
      <p:ext uri="{BB962C8B-B14F-4D97-AF65-F5344CB8AC3E}">
        <p14:creationId xmlns:p14="http://schemas.microsoft.com/office/powerpoint/2010/main" val="12578961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28650" y="6356351"/>
            <a:ext cx="2057400" cy="365125"/>
          </a:xfrm>
          <a:prstGeom prst="rect">
            <a:avLst/>
          </a:prstGeom>
        </p:spPr>
        <p:txBody>
          <a:bodyPr/>
          <a:lstStyle/>
          <a:p>
            <a:fld id="{3ED5625C-EF98-48BD-8FC8-5BF7C67FC7BA}" type="datetime1">
              <a:rPr lang="en-US">
                <a:solidFill>
                  <a:prstClr val="black"/>
                </a:solidFill>
              </a:rPr>
              <a:pPr/>
              <a:t>9/10/2022</a:t>
            </a:fld>
            <a:endParaRPr lang="en-US">
              <a:solidFill>
                <a:prstClr val="black"/>
              </a:solidFill>
            </a:endParaRPr>
          </a:p>
        </p:txBody>
      </p:sp>
      <p:sp>
        <p:nvSpPr>
          <p:cNvPr id="3" name="Footer Placeholder 2"/>
          <p:cNvSpPr>
            <a:spLocks noGrp="1"/>
          </p:cNvSpPr>
          <p:nvPr>
            <p:ph type="ftr" sz="quarter" idx="11"/>
          </p:nvPr>
        </p:nvSpPr>
        <p:spPr>
          <a:xfrm>
            <a:off x="3028950" y="6356351"/>
            <a:ext cx="3086100" cy="365125"/>
          </a:xfrm>
          <a:prstGeom prst="rect">
            <a:avLst/>
          </a:prstGeom>
        </p:spPr>
        <p:txBody>
          <a:bodyPr/>
          <a:lstStyle/>
          <a:p>
            <a:r>
              <a:rPr lang="en-US">
                <a:solidFill>
                  <a:prstClr val="black"/>
                </a:solidFill>
              </a:rPr>
              <a:t>SIRAC/29-5-2020</a:t>
            </a:r>
          </a:p>
        </p:txBody>
      </p:sp>
      <p:sp>
        <p:nvSpPr>
          <p:cNvPr id="4" name="Slide Number Placeholder 3"/>
          <p:cNvSpPr>
            <a:spLocks noGrp="1"/>
          </p:cNvSpPr>
          <p:nvPr>
            <p:ph type="sldNum" sz="quarter" idx="12"/>
          </p:nvPr>
        </p:nvSpPr>
        <p:spPr>
          <a:xfrm>
            <a:off x="6457950" y="6356351"/>
            <a:ext cx="2057400" cy="365125"/>
          </a:xfrm>
          <a:prstGeom prst="rect">
            <a:avLst/>
          </a:prstGeom>
        </p:spPr>
        <p:txBody>
          <a:bodyPr/>
          <a:lstStyle/>
          <a:p>
            <a:fld id="{E564FDC1-7B51-4592-AE98-E280758EE1BE}" type="slidenum">
              <a:rPr lang="en-US">
                <a:solidFill>
                  <a:prstClr val="black"/>
                </a:solidFill>
              </a:rPr>
              <a:pPr/>
              <a:t>‹#›</a:t>
            </a:fld>
            <a:endParaRPr lang="en-US">
              <a:solidFill>
                <a:prstClr val="black"/>
              </a:solidFill>
            </a:endParaRPr>
          </a:p>
        </p:txBody>
      </p:sp>
    </p:spTree>
    <p:extLst>
      <p:ext uri="{BB962C8B-B14F-4D97-AF65-F5344CB8AC3E}">
        <p14:creationId xmlns:p14="http://schemas.microsoft.com/office/powerpoint/2010/main" val="28274334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a:prstGeom prst="rect">
            <a:avLst/>
          </a:prstGeo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391" y="987426"/>
            <a:ext cx="462915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29841" y="2057400"/>
            <a:ext cx="2949178"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628650" y="6356351"/>
            <a:ext cx="2057400" cy="365125"/>
          </a:xfrm>
          <a:prstGeom prst="rect">
            <a:avLst/>
          </a:prstGeom>
        </p:spPr>
        <p:txBody>
          <a:bodyPr/>
          <a:lstStyle/>
          <a:p>
            <a:fld id="{22647B38-CBE4-43F0-83C7-2BFE19C03D99}" type="datetime1">
              <a:rPr lang="en-US">
                <a:solidFill>
                  <a:prstClr val="black"/>
                </a:solidFill>
              </a:rPr>
              <a:pPr/>
              <a:t>9/10/2022</a:t>
            </a:fld>
            <a:endParaRPr lang="en-US">
              <a:solidFill>
                <a:prstClr val="black"/>
              </a:solidFill>
            </a:endParaRPr>
          </a:p>
        </p:txBody>
      </p:sp>
      <p:sp>
        <p:nvSpPr>
          <p:cNvPr id="6" name="Footer Placeholder 5"/>
          <p:cNvSpPr>
            <a:spLocks noGrp="1"/>
          </p:cNvSpPr>
          <p:nvPr>
            <p:ph type="ftr" sz="quarter" idx="11"/>
          </p:nvPr>
        </p:nvSpPr>
        <p:spPr>
          <a:xfrm>
            <a:off x="3028950" y="6356351"/>
            <a:ext cx="3086100" cy="365125"/>
          </a:xfrm>
          <a:prstGeom prst="rect">
            <a:avLst/>
          </a:prstGeom>
        </p:spPr>
        <p:txBody>
          <a:bodyPr/>
          <a:lstStyle/>
          <a:p>
            <a:r>
              <a:rPr lang="en-US">
                <a:solidFill>
                  <a:prstClr val="black"/>
                </a:solidFill>
              </a:rPr>
              <a:t>SIRAC/29-5-2020</a:t>
            </a:r>
          </a:p>
        </p:txBody>
      </p:sp>
      <p:sp>
        <p:nvSpPr>
          <p:cNvPr id="7" name="Slide Number Placeholder 6"/>
          <p:cNvSpPr>
            <a:spLocks noGrp="1"/>
          </p:cNvSpPr>
          <p:nvPr>
            <p:ph type="sldNum" sz="quarter" idx="12"/>
          </p:nvPr>
        </p:nvSpPr>
        <p:spPr>
          <a:xfrm>
            <a:off x="6457950" y="6356351"/>
            <a:ext cx="2057400" cy="365125"/>
          </a:xfrm>
          <a:prstGeom prst="rect">
            <a:avLst/>
          </a:prstGeom>
        </p:spPr>
        <p:txBody>
          <a:bodyPr/>
          <a:lstStyle/>
          <a:p>
            <a:fld id="{E564FDC1-7B51-4592-AE98-E280758EE1BE}" type="slidenum">
              <a:rPr lang="en-US">
                <a:solidFill>
                  <a:prstClr val="black"/>
                </a:solidFill>
              </a:rPr>
              <a:pPr/>
              <a:t>‹#›</a:t>
            </a:fld>
            <a:endParaRPr lang="en-US">
              <a:solidFill>
                <a:prstClr val="black"/>
              </a:solidFill>
            </a:endParaRPr>
          </a:p>
        </p:txBody>
      </p:sp>
    </p:spTree>
    <p:extLst>
      <p:ext uri="{BB962C8B-B14F-4D97-AF65-F5344CB8AC3E}">
        <p14:creationId xmlns:p14="http://schemas.microsoft.com/office/powerpoint/2010/main" val="11161225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391" y="987426"/>
            <a:ext cx="462915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629841" y="2057400"/>
            <a:ext cx="2949178"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628650" y="6356351"/>
            <a:ext cx="2057400" cy="365125"/>
          </a:xfrm>
          <a:prstGeom prst="rect">
            <a:avLst/>
          </a:prstGeom>
        </p:spPr>
        <p:txBody>
          <a:bodyPr/>
          <a:lstStyle/>
          <a:p>
            <a:fld id="{774D2745-A1BB-4740-B2A6-77A91BD6B24F}" type="datetime1">
              <a:rPr lang="en-US">
                <a:solidFill>
                  <a:prstClr val="black"/>
                </a:solidFill>
              </a:rPr>
              <a:pPr/>
              <a:t>9/10/2022</a:t>
            </a:fld>
            <a:endParaRPr lang="en-US">
              <a:solidFill>
                <a:prstClr val="black"/>
              </a:solidFill>
            </a:endParaRPr>
          </a:p>
        </p:txBody>
      </p:sp>
      <p:sp>
        <p:nvSpPr>
          <p:cNvPr id="6" name="Footer Placeholder 5"/>
          <p:cNvSpPr>
            <a:spLocks noGrp="1"/>
          </p:cNvSpPr>
          <p:nvPr>
            <p:ph type="ftr" sz="quarter" idx="11"/>
          </p:nvPr>
        </p:nvSpPr>
        <p:spPr>
          <a:xfrm>
            <a:off x="3028950" y="6356351"/>
            <a:ext cx="3086100" cy="365125"/>
          </a:xfrm>
          <a:prstGeom prst="rect">
            <a:avLst/>
          </a:prstGeom>
        </p:spPr>
        <p:txBody>
          <a:bodyPr/>
          <a:lstStyle/>
          <a:p>
            <a:r>
              <a:rPr lang="en-US">
                <a:solidFill>
                  <a:prstClr val="black"/>
                </a:solidFill>
              </a:rPr>
              <a:t>SIRAC/29-5-2020</a:t>
            </a:r>
          </a:p>
        </p:txBody>
      </p:sp>
      <p:sp>
        <p:nvSpPr>
          <p:cNvPr id="7" name="Slide Number Placeholder 6"/>
          <p:cNvSpPr>
            <a:spLocks noGrp="1"/>
          </p:cNvSpPr>
          <p:nvPr>
            <p:ph type="sldNum" sz="quarter" idx="12"/>
          </p:nvPr>
        </p:nvSpPr>
        <p:spPr>
          <a:xfrm>
            <a:off x="6457950" y="6356351"/>
            <a:ext cx="2057400" cy="365125"/>
          </a:xfrm>
          <a:prstGeom prst="rect">
            <a:avLst/>
          </a:prstGeom>
        </p:spPr>
        <p:txBody>
          <a:bodyPr/>
          <a:lstStyle/>
          <a:p>
            <a:fld id="{E564FDC1-7B51-4592-AE98-E280758EE1BE}" type="slidenum">
              <a:rPr lang="en-US">
                <a:solidFill>
                  <a:prstClr val="black"/>
                </a:solidFill>
              </a:rPr>
              <a:pPr/>
              <a:t>‹#›</a:t>
            </a:fld>
            <a:endParaRPr lang="en-US">
              <a:solidFill>
                <a:prstClr val="black"/>
              </a:solidFill>
            </a:endParaRPr>
          </a:p>
        </p:txBody>
      </p:sp>
    </p:spTree>
    <p:extLst>
      <p:ext uri="{BB962C8B-B14F-4D97-AF65-F5344CB8AC3E}">
        <p14:creationId xmlns:p14="http://schemas.microsoft.com/office/powerpoint/2010/main" val="27830445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1325563"/>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628650" y="1825625"/>
            <a:ext cx="7886700" cy="4351338"/>
          </a:xfrm>
          <a:prstGeom prst="rect">
            <a:avLst/>
          </a:prstGeo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628650" y="6356351"/>
            <a:ext cx="2057400" cy="365125"/>
          </a:xfrm>
          <a:prstGeom prst="rect">
            <a:avLst/>
          </a:prstGeom>
        </p:spPr>
        <p:txBody>
          <a:bodyPr/>
          <a:lstStyle/>
          <a:p>
            <a:fld id="{46D82B56-AE6E-4339-A450-F4754EE48308}" type="datetime1">
              <a:rPr lang="en-US">
                <a:solidFill>
                  <a:prstClr val="black"/>
                </a:solidFill>
              </a:rPr>
              <a:pPr/>
              <a:t>9/10/2022</a:t>
            </a:fld>
            <a:endParaRPr lang="en-US">
              <a:solidFill>
                <a:prstClr val="black"/>
              </a:solidFill>
            </a:endParaRPr>
          </a:p>
        </p:txBody>
      </p:sp>
      <p:sp>
        <p:nvSpPr>
          <p:cNvPr id="5" name="Footer Placeholder 4"/>
          <p:cNvSpPr>
            <a:spLocks noGrp="1"/>
          </p:cNvSpPr>
          <p:nvPr>
            <p:ph type="ftr" sz="quarter" idx="11"/>
          </p:nvPr>
        </p:nvSpPr>
        <p:spPr>
          <a:xfrm>
            <a:off x="3028950" y="6356351"/>
            <a:ext cx="3086100" cy="365125"/>
          </a:xfrm>
          <a:prstGeom prst="rect">
            <a:avLst/>
          </a:prstGeom>
        </p:spPr>
        <p:txBody>
          <a:bodyPr/>
          <a:lstStyle/>
          <a:p>
            <a:r>
              <a:rPr lang="en-US">
                <a:solidFill>
                  <a:prstClr val="black"/>
                </a:solidFill>
              </a:rPr>
              <a:t>SIRAC/29-5-2020</a:t>
            </a:r>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E564FDC1-7B51-4592-AE98-E280758EE1BE}" type="slidenum">
              <a:rPr lang="en-US">
                <a:solidFill>
                  <a:prstClr val="black"/>
                </a:solidFill>
              </a:rPr>
              <a:pPr/>
              <a:t>‹#›</a:t>
            </a:fld>
            <a:endParaRPr lang="en-US">
              <a:solidFill>
                <a:prstClr val="black"/>
              </a:solidFill>
            </a:endParaRPr>
          </a:p>
        </p:txBody>
      </p:sp>
    </p:spTree>
    <p:extLst>
      <p:ext uri="{BB962C8B-B14F-4D97-AF65-F5344CB8AC3E}">
        <p14:creationId xmlns:p14="http://schemas.microsoft.com/office/powerpoint/2010/main" val="376357907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365125"/>
            <a:ext cx="5800725" cy="5811838"/>
          </a:xfrm>
          <a:prstGeom prst="rect">
            <a:avLst/>
          </a:prstGeo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628650" y="6356351"/>
            <a:ext cx="2057400" cy="365125"/>
          </a:xfrm>
          <a:prstGeom prst="rect">
            <a:avLst/>
          </a:prstGeom>
        </p:spPr>
        <p:txBody>
          <a:bodyPr/>
          <a:lstStyle/>
          <a:p>
            <a:fld id="{BDE04EE8-9791-44D9-8C72-CADA01B0B9BA}" type="datetime1">
              <a:rPr lang="en-US">
                <a:solidFill>
                  <a:prstClr val="black"/>
                </a:solidFill>
              </a:rPr>
              <a:pPr/>
              <a:t>9/10/2022</a:t>
            </a:fld>
            <a:endParaRPr lang="en-US">
              <a:solidFill>
                <a:prstClr val="black"/>
              </a:solidFill>
            </a:endParaRPr>
          </a:p>
        </p:txBody>
      </p:sp>
      <p:sp>
        <p:nvSpPr>
          <p:cNvPr id="5" name="Footer Placeholder 4"/>
          <p:cNvSpPr>
            <a:spLocks noGrp="1"/>
          </p:cNvSpPr>
          <p:nvPr>
            <p:ph type="ftr" sz="quarter" idx="11"/>
          </p:nvPr>
        </p:nvSpPr>
        <p:spPr>
          <a:xfrm>
            <a:off x="3028950" y="6356351"/>
            <a:ext cx="3086100" cy="365125"/>
          </a:xfrm>
          <a:prstGeom prst="rect">
            <a:avLst/>
          </a:prstGeom>
        </p:spPr>
        <p:txBody>
          <a:bodyPr/>
          <a:lstStyle/>
          <a:p>
            <a:r>
              <a:rPr lang="en-US">
                <a:solidFill>
                  <a:prstClr val="black"/>
                </a:solidFill>
              </a:rPr>
              <a:t>SIRAC/29-5-2020</a:t>
            </a:r>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E564FDC1-7B51-4592-AE98-E280758EE1BE}" type="slidenum">
              <a:rPr lang="en-US">
                <a:solidFill>
                  <a:prstClr val="black"/>
                </a:solidFill>
              </a:rPr>
              <a:pPr/>
              <a:t>‹#›</a:t>
            </a:fld>
            <a:endParaRPr lang="en-US">
              <a:solidFill>
                <a:prstClr val="black"/>
              </a:solidFill>
            </a:endParaRPr>
          </a:p>
        </p:txBody>
      </p:sp>
    </p:spTree>
    <p:extLst>
      <p:ext uri="{BB962C8B-B14F-4D97-AF65-F5344CB8AC3E}">
        <p14:creationId xmlns:p14="http://schemas.microsoft.com/office/powerpoint/2010/main" val="150806532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Tree>
    <p:extLst>
      <p:ext uri="{BB962C8B-B14F-4D97-AF65-F5344CB8AC3E}">
        <p14:creationId xmlns:p14="http://schemas.microsoft.com/office/powerpoint/2010/main" val="95275457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Tree>
    <p:extLst>
      <p:ext uri="{BB962C8B-B14F-4D97-AF65-F5344CB8AC3E}">
        <p14:creationId xmlns:p14="http://schemas.microsoft.com/office/powerpoint/2010/main" val="50419554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ftr" sz="quarter" idx="10"/>
          </p:nvPr>
        </p:nvSpPr>
        <p:spPr/>
        <p:txBody>
          <a:bodyPr/>
          <a:lstStyle>
            <a:lvl1pPr>
              <a:defRPr/>
            </a:lvl1pPr>
          </a:lstStyle>
          <a:p>
            <a:pPr>
              <a:defRPr/>
            </a:pPr>
            <a:r>
              <a:rPr lang="en-US">
                <a:solidFill>
                  <a:prstClr val="black"/>
                </a:solidFill>
              </a:rPr>
              <a:t>Copyright © 2009 Addison-Wesley. All rights reserved.</a:t>
            </a:r>
          </a:p>
        </p:txBody>
      </p:sp>
      <p:sp>
        <p:nvSpPr>
          <p:cNvPr id="5" name="Rectangle 5"/>
          <p:cNvSpPr>
            <a:spLocks noGrp="1" noChangeArrowheads="1"/>
          </p:cNvSpPr>
          <p:nvPr>
            <p:ph type="sldNum" sz="quarter" idx="11"/>
          </p:nvPr>
        </p:nvSpPr>
        <p:spPr/>
        <p:txBody>
          <a:bodyPr/>
          <a:lstStyle>
            <a:lvl1pPr>
              <a:defRPr/>
            </a:lvl1pPr>
          </a:lstStyle>
          <a:p>
            <a:pPr>
              <a:defRPr/>
            </a:pPr>
            <a:r>
              <a:rPr lang="en-US" altLang="en-US">
                <a:solidFill>
                  <a:prstClr val="black"/>
                </a:solidFill>
              </a:rPr>
              <a:t>1-</a:t>
            </a:r>
            <a:fld id="{2720CEF3-E9D1-4755-A08F-1B10BC3280D2}" type="slidenum">
              <a:rPr lang="en-US" altLang="en-US">
                <a:solidFill>
                  <a:prstClr val="black"/>
                </a:solidFill>
              </a:rPr>
              <a:pPr>
                <a:defRPr/>
              </a:pPr>
              <a:t>‹#›</a:t>
            </a:fld>
            <a:endParaRPr lang="en-US" altLang="en-US">
              <a:solidFill>
                <a:prstClr val="black"/>
              </a:solidFill>
            </a:endParaRPr>
          </a:p>
        </p:txBody>
      </p:sp>
    </p:spTree>
    <p:extLst>
      <p:ext uri="{BB962C8B-B14F-4D97-AF65-F5344CB8AC3E}">
        <p14:creationId xmlns:p14="http://schemas.microsoft.com/office/powerpoint/2010/main" val="142670502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315397" name="Rectangle 5"/>
          <p:cNvSpPr>
            <a:spLocks noGrp="1" noChangeArrowheads="1"/>
          </p:cNvSpPr>
          <p:nvPr>
            <p:ph type="ctrTitle"/>
          </p:nvPr>
        </p:nvSpPr>
        <p:spPr>
          <a:xfrm>
            <a:off x="685800" y="2130425"/>
            <a:ext cx="7772400" cy="1470025"/>
          </a:xfrm>
          <a:prstGeom prst="rect">
            <a:avLst/>
          </a:prstGeom>
        </p:spPr>
        <p:txBody>
          <a:bodyPr/>
          <a:lstStyle>
            <a:lvl1pPr>
              <a:defRPr/>
            </a:lvl1pPr>
          </a:lstStyle>
          <a:p>
            <a:r>
              <a:rPr lang="en-US"/>
              <a:t>Click to edit Master title style</a:t>
            </a:r>
          </a:p>
        </p:txBody>
      </p:sp>
      <p:sp>
        <p:nvSpPr>
          <p:cNvPr id="315398" name="Rectangle 6"/>
          <p:cNvSpPr>
            <a:spLocks noGrp="1" noChangeArrowheads="1"/>
          </p:cNvSpPr>
          <p:nvPr>
            <p:ph type="subTitle" idx="1"/>
          </p:nvPr>
        </p:nvSpPr>
        <p:spPr>
          <a:xfrm>
            <a:off x="685800" y="3886200"/>
            <a:ext cx="7086600" cy="1752600"/>
          </a:xfrm>
          <a:prstGeom prst="rect">
            <a:avLst/>
          </a:prstGeom>
        </p:spPr>
        <p:txBody>
          <a:bodyPr/>
          <a:lstStyle>
            <a:lvl1pPr marL="0" indent="0">
              <a:buFont typeface="Symbol" charset="2"/>
              <a:buNone/>
              <a:defRPr/>
            </a:lvl1pPr>
          </a:lstStyle>
          <a:p>
            <a:r>
              <a:rPr lang="en-US"/>
              <a:t>Click to edit Master subtitle style</a:t>
            </a:r>
          </a:p>
        </p:txBody>
      </p:sp>
    </p:spTree>
    <p:extLst>
      <p:ext uri="{BB962C8B-B14F-4D97-AF65-F5344CB8AC3E}">
        <p14:creationId xmlns:p14="http://schemas.microsoft.com/office/powerpoint/2010/main" val="4136215509"/>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21" Type="http://schemas.openxmlformats.org/officeDocument/2006/relationships/image" Target="../media/image4.jpe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Title 1"/>
          <p:cNvSpPr txBox="1">
            <a:spLocks/>
          </p:cNvSpPr>
          <p:nvPr userDrawn="1"/>
        </p:nvSpPr>
        <p:spPr>
          <a:xfrm>
            <a:off x="1148443" y="294320"/>
            <a:ext cx="6847115" cy="73796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endParaRPr lang="en-US" dirty="0">
              <a:solidFill>
                <a:prstClr val="black"/>
              </a:solidFill>
            </a:endParaRPr>
          </a:p>
        </p:txBody>
      </p:sp>
      <p:sp>
        <p:nvSpPr>
          <p:cNvPr id="11" name="Date Placeholder 6"/>
          <p:cNvSpPr txBox="1">
            <a:spLocks/>
          </p:cNvSpPr>
          <p:nvPr userDrawn="1"/>
        </p:nvSpPr>
        <p:spPr>
          <a:xfrm>
            <a:off x="324390" y="6373654"/>
            <a:ext cx="1455965"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E4A7E44F-68F0-4AA3-A5C8-607811B8945D}" type="datetime1">
              <a:rPr lang="en-US" sz="1400" b="1" smtClean="0">
                <a:ln w="0"/>
                <a:solidFill>
                  <a:prstClr val="white"/>
                </a:solidFill>
                <a:effectLst>
                  <a:outerShdw blurRad="38100" dist="19050" dir="2700000" algn="tl" rotWithShape="0">
                    <a:prstClr val="black">
                      <a:alpha val="40000"/>
                    </a:prstClr>
                  </a:outerShdw>
                </a:effectLst>
                <a:latin typeface="Times New Roman" panose="02020603050405020304" pitchFamily="18" charset="0"/>
                <a:cs typeface="Times New Roman" panose="02020603050405020304" pitchFamily="18" charset="0"/>
              </a:rPr>
              <a:pPr algn="ctr"/>
              <a:t>9/10/2022</a:t>
            </a:fld>
            <a:endParaRPr lang="en-US" sz="1400" b="1" dirty="0">
              <a:solidFill>
                <a:prstClr val="white"/>
              </a:solidFill>
              <a:latin typeface="Times New Roman" panose="02020603050405020304" pitchFamily="18" charset="0"/>
              <a:cs typeface="Times New Roman" panose="02020603050405020304" pitchFamily="18" charset="0"/>
            </a:endParaRPr>
          </a:p>
        </p:txBody>
      </p:sp>
      <p:sp>
        <p:nvSpPr>
          <p:cNvPr id="13" name="Slide Number Placeholder 8"/>
          <p:cNvSpPr txBox="1">
            <a:spLocks/>
          </p:cNvSpPr>
          <p:nvPr userDrawn="1"/>
        </p:nvSpPr>
        <p:spPr>
          <a:xfrm>
            <a:off x="8240198" y="6347051"/>
            <a:ext cx="601436"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EA8E0CFD-BB30-4A9F-B723-AE1386555E15}" type="slidenum">
              <a:rPr lang="en-US" sz="1400" b="1" smtClean="0">
                <a:solidFill>
                  <a:prstClr val="white"/>
                </a:solidFill>
                <a:latin typeface="Times New Roman" panose="02020603050405020304" pitchFamily="18" charset="0"/>
                <a:cs typeface="Times New Roman" panose="02020603050405020304" pitchFamily="18" charset="0"/>
              </a:rPr>
              <a:pPr algn="ctr"/>
              <a:t>‹#›</a:t>
            </a:fld>
            <a:endParaRPr lang="en-US" sz="1400" b="1" dirty="0">
              <a:solidFill>
                <a:prstClr val="white"/>
              </a:solidFill>
              <a:latin typeface="Times New Roman" panose="02020603050405020304" pitchFamily="18" charset="0"/>
              <a:cs typeface="Times New Roman" panose="02020603050405020304" pitchFamily="18" charset="0"/>
            </a:endParaRPr>
          </a:p>
        </p:txBody>
      </p:sp>
      <p:cxnSp>
        <p:nvCxnSpPr>
          <p:cNvPr id="26" name="Straight Connector 25"/>
          <p:cNvCxnSpPr/>
          <p:nvPr userDrawn="1"/>
        </p:nvCxnSpPr>
        <p:spPr>
          <a:xfrm>
            <a:off x="173929" y="524443"/>
            <a:ext cx="15020" cy="5873873"/>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userDrawn="1"/>
        </p:nvCxnSpPr>
        <p:spPr>
          <a:xfrm>
            <a:off x="8958782" y="135448"/>
            <a:ext cx="14374" cy="6100958"/>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userDrawn="1"/>
        </p:nvCxnSpPr>
        <p:spPr>
          <a:xfrm>
            <a:off x="429274" y="135448"/>
            <a:ext cx="8536694"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2" name="Curved Connector 31"/>
          <p:cNvCxnSpPr/>
          <p:nvPr userDrawn="1"/>
        </p:nvCxnSpPr>
        <p:spPr>
          <a:xfrm>
            <a:off x="188949" y="6398315"/>
            <a:ext cx="240325" cy="292996"/>
          </a:xfrm>
          <a:prstGeom prst="curvedConnector3">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3" name="Curved Connector 32"/>
          <p:cNvCxnSpPr/>
          <p:nvPr userDrawn="1"/>
        </p:nvCxnSpPr>
        <p:spPr>
          <a:xfrm rot="5400000">
            <a:off x="8611851" y="6330006"/>
            <a:ext cx="454905" cy="267707"/>
          </a:xfrm>
          <a:prstGeom prst="curvedConnector3">
            <a:avLst/>
          </a:prstGeom>
          <a:ln>
            <a:solidFill>
              <a:schemeClr val="accent2"/>
            </a:solidFill>
          </a:ln>
        </p:spPr>
        <p:style>
          <a:lnRef idx="1">
            <a:schemeClr val="accent1"/>
          </a:lnRef>
          <a:fillRef idx="0">
            <a:schemeClr val="accent1"/>
          </a:fillRef>
          <a:effectRef idx="0">
            <a:schemeClr val="accent1"/>
          </a:effectRef>
          <a:fontRef idx="minor">
            <a:schemeClr val="tx1"/>
          </a:fontRef>
        </p:style>
      </p:cxnSp>
      <p:pic>
        <p:nvPicPr>
          <p:cNvPr id="15" name="Picture 14">
            <a:extLst>
              <a:ext uri="{FF2B5EF4-FFF2-40B4-BE49-F238E27FC236}">
                <a16:creationId xmlns="" xmlns:a16="http://schemas.microsoft.com/office/drawing/2014/main" id="{8026AED6-E793-48A3-96AF-36A0D1FE2D70}"/>
              </a:ext>
            </a:extLst>
          </p:cNvPr>
          <p:cNvPicPr>
            <a:picLocks noChangeAspect="1"/>
          </p:cNvPicPr>
          <p:nvPr userDrawn="1"/>
        </p:nvPicPr>
        <p:blipFill>
          <a:blip r:embed="rId18"/>
          <a:stretch>
            <a:fillRect/>
          </a:stretch>
        </p:blipFill>
        <p:spPr>
          <a:xfrm>
            <a:off x="454" y="135448"/>
            <a:ext cx="425219" cy="6722552"/>
          </a:xfrm>
          <a:prstGeom prst="rect">
            <a:avLst/>
          </a:prstGeom>
        </p:spPr>
      </p:pic>
      <p:pic>
        <p:nvPicPr>
          <p:cNvPr id="16" name="Picture 15">
            <a:extLst>
              <a:ext uri="{FF2B5EF4-FFF2-40B4-BE49-F238E27FC236}">
                <a16:creationId xmlns="" xmlns:a16="http://schemas.microsoft.com/office/drawing/2014/main" id="{98F5ADD7-F579-4B31-B088-24730AEA76C9}"/>
              </a:ext>
            </a:extLst>
          </p:cNvPr>
          <p:cNvPicPr>
            <a:picLocks noChangeAspect="1"/>
          </p:cNvPicPr>
          <p:nvPr userDrawn="1"/>
        </p:nvPicPr>
        <p:blipFill>
          <a:blip r:embed="rId19"/>
          <a:stretch>
            <a:fillRect/>
          </a:stretch>
        </p:blipFill>
        <p:spPr>
          <a:xfrm>
            <a:off x="429588" y="135448"/>
            <a:ext cx="153343" cy="5305232"/>
          </a:xfrm>
          <a:prstGeom prst="rect">
            <a:avLst/>
          </a:prstGeom>
        </p:spPr>
      </p:pic>
      <p:pic>
        <p:nvPicPr>
          <p:cNvPr id="17" name="Picture 16" descr="A close up of a sign&#10;&#10;Description automatically generated">
            <a:extLst>
              <a:ext uri="{FF2B5EF4-FFF2-40B4-BE49-F238E27FC236}">
                <a16:creationId xmlns="" xmlns:a16="http://schemas.microsoft.com/office/drawing/2014/main" id="{C8EA3854-8902-4417-899A-DE9CBF528C1A}"/>
              </a:ext>
            </a:extLst>
          </p:cNvPr>
          <p:cNvPicPr>
            <a:picLocks noChangeAspect="1"/>
          </p:cNvPicPr>
          <p:nvPr userDrawn="1"/>
        </p:nvPicPr>
        <p:blipFill>
          <a:blip r:embed="rId20" cstate="print">
            <a:extLst>
              <a:ext uri="{28A0092B-C50C-407E-A947-70E740481C1C}">
                <a14:useLocalDpi xmlns:a14="http://schemas.microsoft.com/office/drawing/2010/main" val="0"/>
              </a:ext>
            </a:extLst>
          </a:blip>
          <a:stretch>
            <a:fillRect/>
          </a:stretch>
        </p:blipFill>
        <p:spPr>
          <a:xfrm>
            <a:off x="8321645" y="6043825"/>
            <a:ext cx="651512" cy="647487"/>
          </a:xfrm>
          <a:prstGeom prst="rect">
            <a:avLst/>
          </a:prstGeom>
        </p:spPr>
      </p:pic>
      <p:pic>
        <p:nvPicPr>
          <p:cNvPr id="18" name="Picture 17" descr="A picture containing drawing&#10;&#10;Description automatically generated">
            <a:extLst>
              <a:ext uri="{FF2B5EF4-FFF2-40B4-BE49-F238E27FC236}">
                <a16:creationId xmlns="" xmlns:a16="http://schemas.microsoft.com/office/drawing/2014/main" id="{DA3B82F8-7F36-4AE6-A785-76BCA479C67E}"/>
              </a:ext>
            </a:extLst>
          </p:cNvPr>
          <p:cNvPicPr>
            <a:picLocks noChangeAspect="1"/>
          </p:cNvPicPr>
          <p:nvPr userDrawn="1"/>
        </p:nvPicPr>
        <p:blipFill>
          <a:blip r:embed="rId21" cstate="print">
            <a:extLst>
              <a:ext uri="{28A0092B-C50C-407E-A947-70E740481C1C}">
                <a14:useLocalDpi xmlns:a14="http://schemas.microsoft.com/office/drawing/2010/main" val="0"/>
              </a:ext>
            </a:extLst>
          </a:blip>
          <a:stretch>
            <a:fillRect/>
          </a:stretch>
        </p:blipFill>
        <p:spPr>
          <a:xfrm>
            <a:off x="454" y="6214968"/>
            <a:ext cx="1991676" cy="663892"/>
          </a:xfrm>
          <a:prstGeom prst="rect">
            <a:avLst/>
          </a:prstGeom>
        </p:spPr>
      </p:pic>
      <p:pic>
        <p:nvPicPr>
          <p:cNvPr id="22" name="Picture 21">
            <a:extLst>
              <a:ext uri="{FF2B5EF4-FFF2-40B4-BE49-F238E27FC236}">
                <a16:creationId xmlns="" xmlns:a16="http://schemas.microsoft.com/office/drawing/2014/main" id="{1547C2F5-D0C4-4329-8DC2-48B66EE4F515}"/>
              </a:ext>
            </a:extLst>
          </p:cNvPr>
          <p:cNvPicPr>
            <a:picLocks noChangeAspect="1"/>
          </p:cNvPicPr>
          <p:nvPr userDrawn="1"/>
        </p:nvPicPr>
        <p:blipFill>
          <a:blip r:embed="rId18"/>
          <a:stretch>
            <a:fillRect/>
          </a:stretch>
        </p:blipFill>
        <p:spPr>
          <a:xfrm rot="5400000">
            <a:off x="4987623" y="3550281"/>
            <a:ext cx="385984" cy="6282060"/>
          </a:xfrm>
          <a:prstGeom prst="rect">
            <a:avLst/>
          </a:prstGeom>
        </p:spPr>
      </p:pic>
      <p:pic>
        <p:nvPicPr>
          <p:cNvPr id="23" name="Picture 22">
            <a:extLst>
              <a:ext uri="{FF2B5EF4-FFF2-40B4-BE49-F238E27FC236}">
                <a16:creationId xmlns="" xmlns:a16="http://schemas.microsoft.com/office/drawing/2014/main" id="{B15A553C-6E56-4E14-9B40-3D70033DB61F}"/>
              </a:ext>
            </a:extLst>
          </p:cNvPr>
          <p:cNvPicPr>
            <a:picLocks noChangeAspect="1"/>
          </p:cNvPicPr>
          <p:nvPr userDrawn="1"/>
        </p:nvPicPr>
        <p:blipFill>
          <a:blip r:embed="rId19"/>
          <a:stretch>
            <a:fillRect/>
          </a:stretch>
        </p:blipFill>
        <p:spPr>
          <a:xfrm rot="5400000">
            <a:off x="5093663" y="3283949"/>
            <a:ext cx="173904" cy="6282059"/>
          </a:xfrm>
          <a:prstGeom prst="rect">
            <a:avLst/>
          </a:prstGeom>
        </p:spPr>
      </p:pic>
    </p:spTree>
    <p:extLst>
      <p:ext uri="{BB962C8B-B14F-4D97-AF65-F5344CB8AC3E}">
        <p14:creationId xmlns:p14="http://schemas.microsoft.com/office/powerpoint/2010/main" val="157014873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6" r:id="rId15"/>
    <p:sldLayoutId id="2147483677" r:id="rId16"/>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6.xml"/><Relationship Id="rId5" Type="http://schemas.openxmlformats.org/officeDocument/2006/relationships/image" Target="../media/image4.jpe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02094" y="1628800"/>
            <a:ext cx="7772400" cy="1470025"/>
          </a:xfrm>
        </p:spPr>
        <p:txBody>
          <a:bodyPr>
            <a:normAutofit fontScale="90000"/>
          </a:bodyPr>
          <a:lstStyle/>
          <a:p>
            <a:pPr algn="ctr"/>
            <a:r>
              <a:rPr lang="en-IN" sz="5400" dirty="0" smtClean="0">
                <a:solidFill>
                  <a:srgbClr val="C00000"/>
                </a:solidFill>
                <a:latin typeface="Marcellus" panose="020E0602050203020307" pitchFamily="34" charset="0"/>
              </a:rPr>
              <a:t>Data Types in </a:t>
            </a:r>
            <a:r>
              <a:rPr lang="en-IN" sz="5400" smtClean="0">
                <a:solidFill>
                  <a:srgbClr val="C00000"/>
                </a:solidFill>
                <a:latin typeface="Marcellus" panose="020E0602050203020307" pitchFamily="34" charset="0"/>
              </a:rPr>
              <a:t>Data Analytics </a:t>
            </a:r>
            <a:endParaRPr lang="en-IN" sz="5400" dirty="0">
              <a:solidFill>
                <a:srgbClr val="C00000"/>
              </a:solidFill>
              <a:latin typeface="Marcellus" panose="020E0602050203020307" pitchFamily="34" charset="0"/>
            </a:endParaRPr>
          </a:p>
        </p:txBody>
      </p:sp>
      <p:sp>
        <p:nvSpPr>
          <p:cNvPr id="3" name="Subtitle 2"/>
          <p:cNvSpPr>
            <a:spLocks noGrp="1"/>
          </p:cNvSpPr>
          <p:nvPr>
            <p:ph type="subTitle" idx="1"/>
          </p:nvPr>
        </p:nvSpPr>
        <p:spPr>
          <a:xfrm>
            <a:off x="1043608" y="4465508"/>
            <a:ext cx="7734334" cy="1752600"/>
          </a:xfrm>
        </p:spPr>
        <p:txBody>
          <a:bodyPr>
            <a:noAutofit/>
          </a:bodyPr>
          <a:lstStyle/>
          <a:p>
            <a:pPr algn="ctr"/>
            <a:r>
              <a:rPr lang="en-IN" sz="2000" dirty="0" smtClean="0">
                <a:solidFill>
                  <a:schemeClr val="tx1">
                    <a:lumMod val="85000"/>
                    <a:lumOff val="15000"/>
                  </a:schemeClr>
                </a:solidFill>
                <a:latin typeface="Marcellus" panose="020E0602050203020307" pitchFamily="34" charset="0"/>
              </a:rPr>
              <a:t>Assistant </a:t>
            </a:r>
            <a:r>
              <a:rPr lang="en-IN" sz="2000" dirty="0">
                <a:solidFill>
                  <a:schemeClr val="tx1">
                    <a:lumMod val="85000"/>
                    <a:lumOff val="15000"/>
                  </a:schemeClr>
                </a:solidFill>
                <a:latin typeface="Marcellus" panose="020E0602050203020307" pitchFamily="34" charset="0"/>
              </a:rPr>
              <a:t>Professor</a:t>
            </a:r>
          </a:p>
          <a:p>
            <a:pPr algn="ctr"/>
            <a:r>
              <a:rPr lang="en-IN" sz="2000" dirty="0">
                <a:solidFill>
                  <a:schemeClr val="tx1">
                    <a:lumMod val="85000"/>
                    <a:lumOff val="15000"/>
                  </a:schemeClr>
                </a:solidFill>
                <a:latin typeface="Marcellus" panose="020E0602050203020307" pitchFamily="34" charset="0"/>
              </a:rPr>
              <a:t>Department of </a:t>
            </a:r>
            <a:r>
              <a:rPr lang="en-IN" sz="2000" dirty="0" smtClean="0">
                <a:solidFill>
                  <a:schemeClr val="tx1">
                    <a:lumMod val="85000"/>
                    <a:lumOff val="15000"/>
                  </a:schemeClr>
                </a:solidFill>
                <a:latin typeface="Marcellus" panose="020E0602050203020307" pitchFamily="34" charset="0"/>
              </a:rPr>
              <a:t>Computer </a:t>
            </a:r>
            <a:r>
              <a:rPr lang="en-IN" sz="2000" dirty="0">
                <a:solidFill>
                  <a:schemeClr val="tx1">
                    <a:lumMod val="85000"/>
                    <a:lumOff val="15000"/>
                  </a:schemeClr>
                </a:solidFill>
                <a:latin typeface="Marcellus" panose="020E0602050203020307" pitchFamily="34" charset="0"/>
              </a:rPr>
              <a:t>Engineering </a:t>
            </a:r>
          </a:p>
          <a:p>
            <a:pPr algn="ctr"/>
            <a:r>
              <a:rPr lang="en-IN" sz="2000" dirty="0">
                <a:solidFill>
                  <a:schemeClr val="tx1">
                    <a:lumMod val="85000"/>
                    <a:lumOff val="15000"/>
                  </a:schemeClr>
                </a:solidFill>
                <a:latin typeface="Marcellus" panose="020E0602050203020307" pitchFamily="34" charset="0"/>
              </a:rPr>
              <a:t>K. J. Somaiya College of Engineering</a:t>
            </a:r>
          </a:p>
          <a:p>
            <a:pPr algn="ctr"/>
            <a:r>
              <a:rPr lang="en-IN" sz="2000" dirty="0" smtClean="0">
                <a:solidFill>
                  <a:schemeClr val="tx1">
                    <a:lumMod val="85000"/>
                    <a:lumOff val="15000"/>
                  </a:schemeClr>
                </a:solidFill>
                <a:latin typeface="Marcellus" panose="020E0602050203020307" pitchFamily="34" charset="0"/>
              </a:rPr>
              <a:t>Somaiya </a:t>
            </a:r>
            <a:r>
              <a:rPr lang="en-IN" sz="2000" dirty="0" err="1">
                <a:solidFill>
                  <a:schemeClr val="tx1">
                    <a:lumMod val="85000"/>
                    <a:lumOff val="15000"/>
                  </a:schemeClr>
                </a:solidFill>
                <a:latin typeface="Marcellus" panose="020E0602050203020307" pitchFamily="34" charset="0"/>
              </a:rPr>
              <a:t>Vidyavihar</a:t>
            </a:r>
            <a:r>
              <a:rPr lang="en-IN" sz="2000" dirty="0">
                <a:solidFill>
                  <a:schemeClr val="tx1">
                    <a:lumMod val="85000"/>
                    <a:lumOff val="15000"/>
                  </a:schemeClr>
                </a:solidFill>
                <a:latin typeface="Marcellus" panose="020E0602050203020307" pitchFamily="34" charset="0"/>
              </a:rPr>
              <a:t> University</a:t>
            </a:r>
          </a:p>
        </p:txBody>
      </p:sp>
      <p:pic>
        <p:nvPicPr>
          <p:cNvPr id="4" name="Picture 3">
            <a:extLst>
              <a:ext uri="{FF2B5EF4-FFF2-40B4-BE49-F238E27FC236}">
                <a16:creationId xmlns:a16="http://schemas.microsoft.com/office/drawing/2014/main" xmlns="" id="{8026AED6-E793-48A3-96AF-36A0D1FE2D70}"/>
              </a:ext>
            </a:extLst>
          </p:cNvPr>
          <p:cNvPicPr>
            <a:picLocks noChangeAspect="1"/>
          </p:cNvPicPr>
          <p:nvPr/>
        </p:nvPicPr>
        <p:blipFill>
          <a:blip r:embed="rId3"/>
          <a:stretch>
            <a:fillRect/>
          </a:stretch>
        </p:blipFill>
        <p:spPr>
          <a:xfrm>
            <a:off x="454" y="2220"/>
            <a:ext cx="425219" cy="6855781"/>
          </a:xfrm>
          <a:prstGeom prst="rect">
            <a:avLst/>
          </a:prstGeom>
        </p:spPr>
      </p:pic>
      <p:pic>
        <p:nvPicPr>
          <p:cNvPr id="5" name="Picture 4">
            <a:extLst>
              <a:ext uri="{FF2B5EF4-FFF2-40B4-BE49-F238E27FC236}">
                <a16:creationId xmlns:a16="http://schemas.microsoft.com/office/drawing/2014/main" xmlns="" id="{98F5ADD7-F579-4B31-B088-24730AEA76C9}"/>
              </a:ext>
            </a:extLst>
          </p:cNvPr>
          <p:cNvPicPr>
            <a:picLocks noChangeAspect="1"/>
          </p:cNvPicPr>
          <p:nvPr/>
        </p:nvPicPr>
        <p:blipFill>
          <a:blip r:embed="rId4"/>
          <a:stretch>
            <a:fillRect/>
          </a:stretch>
        </p:blipFill>
        <p:spPr>
          <a:xfrm>
            <a:off x="425673" y="0"/>
            <a:ext cx="157258" cy="5440680"/>
          </a:xfrm>
          <a:prstGeom prst="rect">
            <a:avLst/>
          </a:prstGeom>
        </p:spPr>
      </p:pic>
      <p:pic>
        <p:nvPicPr>
          <p:cNvPr id="7" name="Picture 6" descr="A picture containing drawing&#10;&#10;Description automatically generated">
            <a:extLst>
              <a:ext uri="{FF2B5EF4-FFF2-40B4-BE49-F238E27FC236}">
                <a16:creationId xmlns:a16="http://schemas.microsoft.com/office/drawing/2014/main" xmlns="" id="{DA3B82F8-7F36-4AE6-A785-76BCA479C67E}"/>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82930" y="2219"/>
            <a:ext cx="1991676" cy="663892"/>
          </a:xfrm>
          <a:prstGeom prst="rect">
            <a:avLst/>
          </a:prstGeom>
        </p:spPr>
      </p:pic>
      <p:sp>
        <p:nvSpPr>
          <p:cNvPr id="8" name="Footer Placeholder 7"/>
          <p:cNvSpPr>
            <a:spLocks noGrp="1"/>
          </p:cNvSpPr>
          <p:nvPr>
            <p:ph type="ftr" sz="quarter" idx="4294967295"/>
          </p:nvPr>
        </p:nvSpPr>
        <p:spPr>
          <a:xfrm>
            <a:off x="3028950" y="6356351"/>
            <a:ext cx="3086100" cy="365125"/>
          </a:xfrm>
          <a:prstGeom prst="rect">
            <a:avLst/>
          </a:prstGeom>
        </p:spPr>
        <p:txBody>
          <a:bodyPr/>
          <a:lstStyle/>
          <a:p>
            <a:r>
              <a:rPr lang="fi-FI" dirty="0" smtClean="0"/>
              <a:t>vaibhav.vasani@gmail.com</a:t>
            </a:r>
            <a:endParaRPr lang="en-US" dirty="0"/>
          </a:p>
        </p:txBody>
      </p:sp>
      <p:sp>
        <p:nvSpPr>
          <p:cNvPr id="9" name="Rectangle 8"/>
          <p:cNvSpPr/>
          <p:nvPr/>
        </p:nvSpPr>
        <p:spPr>
          <a:xfrm>
            <a:off x="1578768" y="3372901"/>
            <a:ext cx="6812008" cy="461665"/>
          </a:xfrm>
          <a:prstGeom prst="rect">
            <a:avLst/>
          </a:prstGeom>
        </p:spPr>
        <p:txBody>
          <a:bodyPr wrap="square">
            <a:spAutoFit/>
          </a:bodyPr>
          <a:lstStyle/>
          <a:p>
            <a:pPr algn="ctr"/>
            <a:r>
              <a:rPr lang="en-IN" sz="2400" dirty="0">
                <a:solidFill>
                  <a:schemeClr val="tx1">
                    <a:lumMod val="85000"/>
                    <a:lumOff val="15000"/>
                  </a:schemeClr>
                </a:solidFill>
                <a:latin typeface="Marcellus" panose="020E0602050203020307" pitchFamily="34" charset="0"/>
              </a:rPr>
              <a:t>Vaibhav P. </a:t>
            </a:r>
            <a:r>
              <a:rPr lang="en-IN" sz="2400" dirty="0" smtClean="0">
                <a:solidFill>
                  <a:schemeClr val="tx1">
                    <a:lumMod val="85000"/>
                    <a:lumOff val="15000"/>
                  </a:schemeClr>
                </a:solidFill>
                <a:latin typeface="Marcellus" panose="020E0602050203020307" pitchFamily="34" charset="0"/>
              </a:rPr>
              <a:t>Vasani</a:t>
            </a:r>
            <a:endParaRPr lang="en-IN" sz="2400" dirty="0">
              <a:solidFill>
                <a:schemeClr val="tx1">
                  <a:lumMod val="85000"/>
                  <a:lumOff val="15000"/>
                </a:schemeClr>
              </a:solidFill>
              <a:latin typeface="Marcellus" panose="020E0602050203020307" pitchFamily="34" charset="0"/>
            </a:endParaRPr>
          </a:p>
        </p:txBody>
      </p:sp>
    </p:spTree>
    <p:extLst>
      <p:ext uri="{BB962C8B-B14F-4D97-AF65-F5344CB8AC3E}">
        <p14:creationId xmlns:p14="http://schemas.microsoft.com/office/powerpoint/2010/main" val="4200153857"/>
      </p:ext>
    </p:extLst>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Data Objects and Attribute Types</a:t>
            </a:r>
          </a:p>
        </p:txBody>
      </p:sp>
      <p:sp>
        <p:nvSpPr>
          <p:cNvPr id="3" name="Content Placeholder 2"/>
          <p:cNvSpPr>
            <a:spLocks noGrp="1"/>
          </p:cNvSpPr>
          <p:nvPr>
            <p:ph idx="1"/>
          </p:nvPr>
        </p:nvSpPr>
        <p:spPr/>
        <p:txBody>
          <a:bodyPr/>
          <a:lstStyle/>
          <a:p>
            <a:endParaRPr lang="en-IN"/>
          </a:p>
        </p:txBody>
      </p:sp>
    </p:spTree>
    <p:extLst>
      <p:ext uri="{BB962C8B-B14F-4D97-AF65-F5344CB8AC3E}">
        <p14:creationId xmlns:p14="http://schemas.microsoft.com/office/powerpoint/2010/main" val="18974339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Attribute:</a:t>
            </a:r>
            <a:endParaRPr lang="en-IN" b="1" dirty="0"/>
          </a:p>
        </p:txBody>
      </p:sp>
      <p:sp>
        <p:nvSpPr>
          <p:cNvPr id="3" name="Content Placeholder 2"/>
          <p:cNvSpPr>
            <a:spLocks noGrp="1"/>
          </p:cNvSpPr>
          <p:nvPr>
            <p:ph idx="1"/>
          </p:nvPr>
        </p:nvSpPr>
        <p:spPr/>
        <p:txBody>
          <a:bodyPr/>
          <a:lstStyle/>
          <a:p>
            <a:r>
              <a:rPr lang="en-IN" dirty="0"/>
              <a:t>It can be seen as a data field that represents the characteristics or features of a data object. </a:t>
            </a:r>
            <a:endParaRPr lang="en-IN" dirty="0" smtClean="0"/>
          </a:p>
          <a:p>
            <a:r>
              <a:rPr lang="en-IN" dirty="0" smtClean="0"/>
              <a:t>For </a:t>
            </a:r>
            <a:r>
              <a:rPr lang="en-IN" dirty="0"/>
              <a:t>a customer, object attributes can be customer Id, address, etc</a:t>
            </a:r>
            <a:r>
              <a:rPr lang="en-IN" dirty="0" smtClean="0"/>
              <a:t>.</a:t>
            </a:r>
          </a:p>
          <a:p>
            <a:endParaRPr lang="en-IN" dirty="0"/>
          </a:p>
          <a:p>
            <a:r>
              <a:rPr lang="en-IN" dirty="0"/>
              <a:t>It can be seen as a data field that represents the characteristics or features of a data object. For a customer, object attributes can be customer Id, address, etc.</a:t>
            </a:r>
          </a:p>
        </p:txBody>
      </p:sp>
    </p:spTree>
    <p:extLst>
      <p:ext uri="{BB962C8B-B14F-4D97-AF65-F5344CB8AC3E}">
        <p14:creationId xmlns:p14="http://schemas.microsoft.com/office/powerpoint/2010/main" val="1585410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Type of attributes </a:t>
            </a:r>
            <a:r>
              <a:rPr lang="en-IN" b="1" dirty="0" smtClean="0"/>
              <a:t>:</a:t>
            </a:r>
            <a:endParaRPr lang="en-IN" dirty="0"/>
          </a:p>
        </p:txBody>
      </p:sp>
      <p:sp>
        <p:nvSpPr>
          <p:cNvPr id="3" name="Content Placeholder 2"/>
          <p:cNvSpPr>
            <a:spLocks noGrp="1"/>
          </p:cNvSpPr>
          <p:nvPr>
            <p:ph idx="1"/>
          </p:nvPr>
        </p:nvSpPr>
        <p:spPr/>
        <p:txBody>
          <a:bodyPr/>
          <a:lstStyle/>
          <a:p>
            <a:pPr fontAlgn="base"/>
            <a:r>
              <a:rPr lang="en-IN" dirty="0"/>
              <a:t>Qualitative (Nominal (N), Ordinal (O), Binary(B)). </a:t>
            </a:r>
          </a:p>
          <a:p>
            <a:pPr fontAlgn="base"/>
            <a:r>
              <a:rPr lang="en-IN" dirty="0"/>
              <a:t> Quantitative (Numeric, Discrete, Continuous) </a:t>
            </a:r>
          </a:p>
          <a:p>
            <a:endParaRPr lang="en-IN" dirty="0"/>
          </a:p>
        </p:txBody>
      </p:sp>
      <p:pic>
        <p:nvPicPr>
          <p:cNvPr id="1026" name="Picture 2"/>
          <p:cNvPicPr>
            <a:picLocks noChangeAspect="1" noChangeArrowheads="1"/>
          </p:cNvPicPr>
          <p:nvPr/>
        </p:nvPicPr>
        <p:blipFill>
          <a:blip r:embed="rId2">
            <a:extLst>
              <a:ext uri="{BEBA8EAE-BF5A-486C-A8C5-ECC9F3942E4B}">
                <a14:imgProps xmlns:a14="http://schemas.microsoft.com/office/drawing/2010/main">
                  <a14:imgLayer r:embed="rId3">
                    <a14:imgEffect>
                      <a14:sharpenSoften amount="78000"/>
                    </a14:imgEffect>
                    <a14:imgEffect>
                      <a14:brightnessContrast bright="-36000" contrast="100000"/>
                    </a14:imgEffect>
                  </a14:imgLayer>
                </a14:imgProps>
              </a:ext>
              <a:ext uri="{28A0092B-C50C-407E-A947-70E740481C1C}">
                <a14:useLocalDpi xmlns:a14="http://schemas.microsoft.com/office/drawing/2010/main" val="0"/>
              </a:ext>
            </a:extLst>
          </a:blip>
          <a:srcRect/>
          <a:stretch>
            <a:fillRect/>
          </a:stretch>
        </p:blipFill>
        <p:spPr bwMode="auto">
          <a:xfrm>
            <a:off x="1691680" y="2587994"/>
            <a:ext cx="6004902" cy="31074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441578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Qualitative Attributes:</a:t>
            </a:r>
            <a:br>
              <a:rPr lang="en-IN" b="1" dirty="0"/>
            </a:br>
            <a:endParaRPr lang="en-IN" dirty="0"/>
          </a:p>
        </p:txBody>
      </p:sp>
      <p:sp>
        <p:nvSpPr>
          <p:cNvPr id="3" name="Content Placeholder 2"/>
          <p:cNvSpPr>
            <a:spLocks noGrp="1"/>
          </p:cNvSpPr>
          <p:nvPr>
            <p:ph idx="1"/>
          </p:nvPr>
        </p:nvSpPr>
        <p:spPr/>
        <p:txBody>
          <a:bodyPr/>
          <a:lstStyle/>
          <a:p>
            <a:r>
              <a:rPr lang="en-IN" b="1" dirty="0"/>
              <a:t>Nominal Attributes – related to names: </a:t>
            </a:r>
            <a:r>
              <a:rPr lang="en-IN" dirty="0"/>
              <a:t>The values of a Nominal attribute are names of things, some kind of symbols. Values of Nominal attributes represents some category or state and that’s why nominal attribute also referred as </a:t>
            </a:r>
            <a:r>
              <a:rPr lang="en-IN" b="1" dirty="0"/>
              <a:t>categorical attributes</a:t>
            </a:r>
            <a:r>
              <a:rPr lang="en-IN" dirty="0"/>
              <a:t> and there is no order (rank, position) among values of the nominal attribute. </a:t>
            </a:r>
          </a:p>
        </p:txBody>
      </p:sp>
    </p:spTree>
    <p:extLst>
      <p:ext uri="{BB962C8B-B14F-4D97-AF65-F5344CB8AC3E}">
        <p14:creationId xmlns:p14="http://schemas.microsoft.com/office/powerpoint/2010/main" val="986337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205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152775" y="3010694"/>
            <a:ext cx="3324225" cy="1152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683807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pPr fontAlgn="base"/>
            <a:r>
              <a:rPr lang="en-IN" b="1" dirty="0"/>
              <a:t>Binary Attributes:</a:t>
            </a:r>
            <a:r>
              <a:rPr lang="en-IN" dirty="0"/>
              <a:t> Binary data has only 2 values/states. For Example yes or no, affected or unaffected, true or false. </a:t>
            </a:r>
          </a:p>
          <a:p>
            <a:pPr fontAlgn="base"/>
            <a:r>
              <a:rPr lang="en-IN" b="1" dirty="0"/>
              <a:t>Symmetric:</a:t>
            </a:r>
            <a:r>
              <a:rPr lang="en-IN" dirty="0"/>
              <a:t> Both values are equally important (Gender). </a:t>
            </a:r>
          </a:p>
          <a:p>
            <a:pPr fontAlgn="base"/>
            <a:r>
              <a:rPr lang="en-IN" b="1" dirty="0"/>
              <a:t>Asymmetric:</a:t>
            </a:r>
            <a:r>
              <a:rPr lang="en-IN" dirty="0"/>
              <a:t> Both values are not equally important (Result).</a:t>
            </a:r>
          </a:p>
          <a:p>
            <a:endParaRPr lang="en-IN" dirty="0"/>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79712" y="5000093"/>
            <a:ext cx="1857375" cy="857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96136" y="4390493"/>
            <a:ext cx="2019300" cy="1466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919102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4" name="Content Placeholder 3"/>
          <p:cNvSpPr>
            <a:spLocks noGrp="1"/>
          </p:cNvSpPr>
          <p:nvPr>
            <p:ph idx="1"/>
          </p:nvPr>
        </p:nvSpPr>
        <p:spPr/>
        <p:txBody>
          <a:bodyPr/>
          <a:lstStyle/>
          <a:p>
            <a:r>
              <a:rPr lang="en-IN" dirty="0"/>
              <a:t>Ordinal Attributes : The Ordinal Attributes contains values that have a meaningful sequence or ranking(order) between them, but the magnitude between values is not actually known, the order of values that shows what is important but don’t indicate how important it is. </a:t>
            </a:r>
          </a:p>
        </p:txBody>
      </p:sp>
      <p:pic>
        <p:nvPicPr>
          <p:cNvPr id="3076"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47061" y="4293096"/>
            <a:ext cx="2305050" cy="1162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269796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IN" b="1" dirty="0"/>
              <a:t>Quantitative Attributes:</a:t>
            </a:r>
            <a:br>
              <a:rPr lang="en-IN" b="1" dirty="0"/>
            </a:br>
            <a:r>
              <a:rPr lang="en-IN" dirty="0"/>
              <a:t/>
            </a:r>
            <a:br>
              <a:rPr lang="en-IN" dirty="0"/>
            </a:br>
            <a:endParaRPr lang="en-IN" dirty="0"/>
          </a:p>
        </p:txBody>
      </p:sp>
      <p:sp>
        <p:nvSpPr>
          <p:cNvPr id="3" name="Content Placeholder 2"/>
          <p:cNvSpPr>
            <a:spLocks noGrp="1"/>
          </p:cNvSpPr>
          <p:nvPr>
            <p:ph idx="1"/>
          </p:nvPr>
        </p:nvSpPr>
        <p:spPr/>
        <p:txBody>
          <a:bodyPr>
            <a:normAutofit fontScale="85000" lnSpcReduction="10000"/>
          </a:bodyPr>
          <a:lstStyle/>
          <a:p>
            <a:pPr fontAlgn="base"/>
            <a:r>
              <a:rPr lang="en-IN" b="1" dirty="0"/>
              <a:t>1. Numeric:</a:t>
            </a:r>
            <a:r>
              <a:rPr lang="en-IN" dirty="0"/>
              <a:t> A numeric attribute is quantitative because, it is a measurable quantity, represented in integer or real values. Numerical attributes are of 2 types, </a:t>
            </a:r>
            <a:r>
              <a:rPr lang="en-IN" b="1" dirty="0"/>
              <a:t>interval</a:t>
            </a:r>
            <a:r>
              <a:rPr lang="en-IN" dirty="0"/>
              <a:t>, and </a:t>
            </a:r>
            <a:r>
              <a:rPr lang="en-IN" b="1" dirty="0"/>
              <a:t>ratio</a:t>
            </a:r>
            <a:r>
              <a:rPr lang="en-IN" dirty="0"/>
              <a:t>. </a:t>
            </a:r>
          </a:p>
          <a:p>
            <a:pPr lvl="1" fontAlgn="base"/>
            <a:r>
              <a:rPr lang="en-IN" dirty="0"/>
              <a:t>An </a:t>
            </a:r>
            <a:r>
              <a:rPr lang="en-IN" b="1" dirty="0"/>
              <a:t>interval-scaled</a:t>
            </a:r>
            <a:r>
              <a:rPr lang="en-IN" dirty="0"/>
              <a:t> attribute has values, whose differences are interpretable, but the numerical attributes do not have the correct reference point, or we can call zero points. Data can be added and subtracted at an interval scale but can not be multiplied or divided. Consider an example of temperature in degrees Centigrade. If a day’s temperature of one day is twice of the other day we cannot say that one day is twice as hot as another day. </a:t>
            </a:r>
          </a:p>
          <a:p>
            <a:pPr lvl="1" fontAlgn="base"/>
            <a:r>
              <a:rPr lang="en-IN" dirty="0"/>
              <a:t>A</a:t>
            </a:r>
            <a:r>
              <a:rPr lang="en-IN" b="1" dirty="0"/>
              <a:t> ratio-scaled</a:t>
            </a:r>
            <a:r>
              <a:rPr lang="en-IN" dirty="0"/>
              <a:t> attribute is a numeric attribute with a fix zero-point. If a measurement is ratio-scaled, we can say of a value as being a multiple (or ratio) of another value. The values are ordered, and we can also compute the difference between values, and the mean, median, mode, Quantile-range, and Five number summary can be given.</a:t>
            </a:r>
          </a:p>
          <a:p>
            <a:endParaRPr lang="en-IN" dirty="0"/>
          </a:p>
        </p:txBody>
      </p:sp>
    </p:spTree>
    <p:extLst>
      <p:ext uri="{BB962C8B-B14F-4D97-AF65-F5344CB8AC3E}">
        <p14:creationId xmlns:p14="http://schemas.microsoft.com/office/powerpoint/2010/main" val="21445013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b="1" dirty="0"/>
              <a:t>2. Discrete : </a:t>
            </a:r>
            <a:r>
              <a:rPr lang="en-IN" dirty="0"/>
              <a:t>Discrete data have finite values it can be numerical and can also be in categorical form. These attributes has finite or countably infinite set of values.</a:t>
            </a: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48025" y="2862263"/>
            <a:ext cx="2647950" cy="1133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664989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dirty="0" smtClean="0"/>
              <a:t>3. </a:t>
            </a:r>
            <a:r>
              <a:rPr lang="en-IN" b="1" dirty="0"/>
              <a:t>Continuous</a:t>
            </a:r>
            <a:r>
              <a:rPr lang="en-IN" dirty="0"/>
              <a:t>: Continuous data have an infinite no of states. Continuous data is of float type. There can be many values between 2 and 3. </a:t>
            </a:r>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03848" y="3526971"/>
            <a:ext cx="2628900" cy="1123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517153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Normal Distribution of data</a:t>
            </a:r>
          </a:p>
        </p:txBody>
      </p:sp>
      <p:sp>
        <p:nvSpPr>
          <p:cNvPr id="3" name="Content Placeholder 2"/>
          <p:cNvSpPr>
            <a:spLocks noGrp="1"/>
          </p:cNvSpPr>
          <p:nvPr>
            <p:ph idx="1"/>
          </p:nvPr>
        </p:nvSpPr>
        <p:spPr/>
        <p:txBody>
          <a:bodyPr/>
          <a:lstStyle/>
          <a:p>
            <a:r>
              <a:rPr lang="en-IN" dirty="0"/>
              <a:t>In a normal distribution, data is symmetrically distributed with no skew. When plotted on a graph, the data follows a bell shape, with most values clustering around a central region and tapering off as they go further away from the </a:t>
            </a:r>
            <a:r>
              <a:rPr lang="en-IN" dirty="0" err="1"/>
              <a:t>center</a:t>
            </a:r>
            <a:r>
              <a:rPr lang="en-IN" dirty="0"/>
              <a:t>.</a:t>
            </a:r>
          </a:p>
          <a:p>
            <a:endParaRPr lang="en-IN" dirty="0"/>
          </a:p>
          <a:p>
            <a:r>
              <a:rPr lang="en-IN" dirty="0"/>
              <a:t>Normal distributions are also called Gaussian distributions or bell curves because of their shape.</a:t>
            </a:r>
          </a:p>
        </p:txBody>
      </p:sp>
    </p:spTree>
    <p:extLst>
      <p:ext uri="{BB962C8B-B14F-4D97-AF65-F5344CB8AC3E}">
        <p14:creationId xmlns:p14="http://schemas.microsoft.com/office/powerpoint/2010/main" val="108974587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205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957388" y="1820069"/>
            <a:ext cx="5715000" cy="3533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306465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92500" lnSpcReduction="20000"/>
          </a:bodyPr>
          <a:lstStyle/>
          <a:p>
            <a:r>
              <a:rPr lang="en-IN" dirty="0"/>
              <a:t>All kinds of variables in natural and social sciences are normally or approximately normally distributed. Height, birth weight, reading ability, job satisfaction, or SAT scores are just a few examples of such variables.</a:t>
            </a:r>
          </a:p>
          <a:p>
            <a:endParaRPr lang="en-IN" dirty="0"/>
          </a:p>
          <a:p>
            <a:r>
              <a:rPr lang="en-IN" dirty="0"/>
              <a:t>Because normally distributed variables are so common, many statistical tests are designed for normally distributed populations.</a:t>
            </a:r>
          </a:p>
          <a:p>
            <a:endParaRPr lang="en-IN" dirty="0"/>
          </a:p>
          <a:p>
            <a:r>
              <a:rPr lang="en-IN" dirty="0"/>
              <a:t>Understanding the properties of normal distributions means you can use inferential statistics to compare different groups and make estimates about populations using samples.</a:t>
            </a:r>
          </a:p>
        </p:txBody>
      </p:sp>
    </p:spTree>
    <p:extLst>
      <p:ext uri="{BB962C8B-B14F-4D97-AF65-F5344CB8AC3E}">
        <p14:creationId xmlns:p14="http://schemas.microsoft.com/office/powerpoint/2010/main" val="5144068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the properties of normal distributions</a:t>
            </a:r>
          </a:p>
        </p:txBody>
      </p:sp>
      <p:sp>
        <p:nvSpPr>
          <p:cNvPr id="3" name="Content Placeholder 2"/>
          <p:cNvSpPr>
            <a:spLocks noGrp="1"/>
          </p:cNvSpPr>
          <p:nvPr>
            <p:ph idx="1"/>
          </p:nvPr>
        </p:nvSpPr>
        <p:spPr/>
        <p:txBody>
          <a:bodyPr/>
          <a:lstStyle/>
          <a:p>
            <a:r>
              <a:rPr lang="en-IN" dirty="0"/>
              <a:t>Normal distributions have key characteristics that are easy to spot in graphs:</a:t>
            </a:r>
          </a:p>
          <a:p>
            <a:endParaRPr lang="en-IN" dirty="0"/>
          </a:p>
          <a:p>
            <a:r>
              <a:rPr lang="en-IN" dirty="0"/>
              <a:t>The mean, median and mode are exactly the same.</a:t>
            </a:r>
          </a:p>
          <a:p>
            <a:r>
              <a:rPr lang="en-IN" dirty="0"/>
              <a:t>The distribution is symmetric about the mean—half the values fall below the mean and half above the mean.</a:t>
            </a:r>
          </a:p>
          <a:p>
            <a:r>
              <a:rPr lang="en-IN" dirty="0"/>
              <a:t>The distribution can be described by two values: the mean and the standard deviation.</a:t>
            </a:r>
          </a:p>
        </p:txBody>
      </p:sp>
    </p:spTree>
    <p:extLst>
      <p:ext uri="{BB962C8B-B14F-4D97-AF65-F5344CB8AC3E}">
        <p14:creationId xmlns:p14="http://schemas.microsoft.com/office/powerpoint/2010/main" val="33534288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spTree>
    <p:extLst>
      <p:ext uri="{BB962C8B-B14F-4D97-AF65-F5344CB8AC3E}">
        <p14:creationId xmlns:p14="http://schemas.microsoft.com/office/powerpoint/2010/main" val="39115026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307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638010" y="1323975"/>
            <a:ext cx="6353755"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081399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37828" y="404664"/>
            <a:ext cx="8229600" cy="4525963"/>
          </a:xfrm>
        </p:spPr>
        <p:txBody>
          <a:bodyPr/>
          <a:lstStyle/>
          <a:p>
            <a:r>
              <a:rPr lang="en-IN" dirty="0"/>
              <a:t>The mean is the location parameter while the standard deviation is the scale parameter.</a:t>
            </a:r>
          </a:p>
          <a:p>
            <a:endParaRPr lang="en-IN" dirty="0"/>
          </a:p>
          <a:p>
            <a:r>
              <a:rPr lang="en-IN" dirty="0"/>
              <a:t>The mean determines where the peak of the curve is </a:t>
            </a:r>
            <a:r>
              <a:rPr lang="en-IN" dirty="0" err="1"/>
              <a:t>centered</a:t>
            </a:r>
            <a:r>
              <a:rPr lang="en-IN" dirty="0"/>
              <a:t>. Increasing the mean moves the curve right, while decreasing it moves the curve left.</a:t>
            </a: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1720" y="3212976"/>
            <a:ext cx="5025752" cy="3108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631448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dirty="0"/>
              <a:t>The standard deviation stretches or squeezes the curve. A small standard deviation results in a narrow curve, while a large standard deviation leads to a wide curve.</a:t>
            </a:r>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03848" y="2582813"/>
            <a:ext cx="5025752" cy="3108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424569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145841" y="2967335"/>
            <a:ext cx="2852320" cy="1754326"/>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sz="5400" b="1"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Question</a:t>
            </a:r>
          </a:p>
          <a:p>
            <a:pPr algn="ctr"/>
            <a:r>
              <a:rPr lang="en-US" sz="54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a:t>
            </a:r>
            <a:r>
              <a:rPr lang="en-US" sz="5400" b="1"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 </a:t>
            </a:r>
            <a:endParaRPr lang="en-US" sz="54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Tree>
    <p:extLst>
      <p:ext uri="{BB962C8B-B14F-4D97-AF65-F5344CB8AC3E}">
        <p14:creationId xmlns:p14="http://schemas.microsoft.com/office/powerpoint/2010/main" val="1923128560"/>
      </p:ext>
    </p:extLst>
  </p:cSld>
  <p:clrMapOvr>
    <a:masterClrMapping/>
  </p:clrMapOvr>
  <p:timing>
    <p:tnLst>
      <p:par>
        <p:cTn id="1" dur="indefinite" restart="never" nodeType="tmRoot"/>
      </p:par>
    </p:tnLst>
  </p:timing>
</p:sld>
</file>

<file path=ppt/theme/theme1.xml><?xml version="1.0" encoding="utf-8"?>
<a:theme xmlns:a="http://schemas.openxmlformats.org/drawingml/2006/main" name="2_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297</TotalTime>
  <Words>504</Words>
  <Application>Microsoft Office PowerPoint</Application>
  <PresentationFormat>On-screen Show (4:3)</PresentationFormat>
  <Paragraphs>50</Paragraphs>
  <Slides>20</Slides>
  <Notes>1</Notes>
  <HiddenSlides>0</HiddenSlides>
  <MMClips>0</MMClip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2_Custom Design</vt:lpstr>
      <vt:lpstr>Data Types in Data Analytics </vt:lpstr>
      <vt:lpstr>Data Objects and Attribute Types</vt:lpstr>
      <vt:lpstr>Attribute:</vt:lpstr>
      <vt:lpstr>Type of attributes :</vt:lpstr>
      <vt:lpstr>Qualitative Attributes: </vt:lpstr>
      <vt:lpstr>PowerPoint Presentation</vt:lpstr>
      <vt:lpstr>PowerPoint Presentation</vt:lpstr>
      <vt:lpstr>PowerPoint Presentation</vt:lpstr>
      <vt:lpstr>Quantitative Attributes:  </vt:lpstr>
      <vt:lpstr>PowerPoint Presentation</vt:lpstr>
      <vt:lpstr>PowerPoint Presentation</vt:lpstr>
      <vt:lpstr>Normal Distribution of data</vt:lpstr>
      <vt:lpstr>PowerPoint Presentation</vt:lpstr>
      <vt:lpstr>PowerPoint Presentation</vt:lpstr>
      <vt:lpstr>the properties of normal distributions</vt:lpstr>
      <vt:lpstr>PowerPoint Presentation</vt:lpstr>
      <vt:lpstr>PowerPoint Presentation</vt:lpstr>
      <vt:lpstr>PowerPoint Presentation</vt:lpstr>
      <vt:lpstr>PowerPoint Presentation</vt:lpstr>
      <vt:lpstr>PowerPoint Presentation</vt:lpstr>
    </vt:vector>
  </TitlesOfParts>
  <Manager>Vaibhav Vasani</Manager>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H-DV</dc:title>
  <dc:subject>Data Visualization</dc:subject>
  <dc:creator>Vaibhav Vasani</dc:creator>
  <cp:keywords>Data Visualization</cp:keywords>
  <dc:description>Vaibhav</dc:description>
  <cp:lastModifiedBy>KJSCE-Comp-VPV</cp:lastModifiedBy>
  <cp:revision>23</cp:revision>
  <dcterms:created xsi:type="dcterms:W3CDTF">2021-02-11T03:47:51Z</dcterms:created>
  <dcterms:modified xsi:type="dcterms:W3CDTF">2022-09-10T16:52:54Z</dcterms:modified>
  <cp:category>Honours</cp:category>
</cp:coreProperties>
</file>