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RvBclzN5folTpPgIJwqduB/jp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539552" y="116632"/>
            <a:ext cx="82296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First Fit</a:t>
            </a:r>
            <a:endParaRPr/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457200" y="908720"/>
            <a:ext cx="8229600" cy="5217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 the first fit, the partition is allocated which is the first sufficient block from the top of Main Memory.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scans memory from the beginning and chooses the first available block that is large enough. Thus it allocates the first hole that is large enough. </a:t>
            </a:r>
            <a:endParaRPr sz="2400"/>
          </a:p>
        </p:txBody>
      </p:sp>
      <p:pic>
        <p:nvPicPr>
          <p:cNvPr descr="https://media.geeksforgeeks.org/wp-content/uploads/20200524132212/FIRST-FIT-300x225.png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944" y="2708920"/>
            <a:ext cx="4297660" cy="39604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92" name="Google Shape;92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3" name="Google Shape;93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1988840"/>
            <a:ext cx="7144163" cy="3960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First Fit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s://media.geeksforgeeks.org/wp-content/uploads/20191012233716/first.odg.pn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196752"/>
            <a:ext cx="8064896" cy="533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11" name="Google Shape;11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First Fit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Advantage-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Its advantage is that it is the fastest search as it searches only the first block i.e. enough to assign a process.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Disdvantage-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It may have problems of not allowing processes to take space even if it was possible to allocate.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20" name="Google Shape;12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1" name="Google Shape;12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Best Fit </a:t>
            </a:r>
            <a:endParaRPr/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Allocate the process to the partition which is the first smallest sufficient partition among the free available partition.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searches the entire list of holes to find the smallest hole whose size is greater than or equal to the size of the process. </a:t>
            </a:r>
            <a:endParaRPr sz="2400"/>
          </a:p>
        </p:txBody>
      </p:sp>
      <p:sp>
        <p:nvSpPr>
          <p:cNvPr id="128" name="Google Shape;1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29" name="Google Shape;1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0" name="Google Shape;1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Best Fit </a:t>
            </a:r>
            <a:endParaRPr/>
          </a:p>
        </p:txBody>
      </p:sp>
      <p:pic>
        <p:nvPicPr>
          <p:cNvPr id="136" name="Google Shape;13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268760"/>
            <a:ext cx="8424936" cy="542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38" name="Google Shape;1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Best Fit </a:t>
            </a:r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Advantages-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Improved memory utilization, as it allocates the smallest block of memory that is sufficient to accommodate the memory request from the process.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Additionally, Best-Fit can also help to reduce memory fragmentation, as it tends to allocate smaller blocks of memory that are less likely to become fragmented.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Disadvantages-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Additionally, Best-Fit may also result in increased fragmentation, as it may leave smaller blocks of memory scattered throughout the memory space.</a:t>
            </a:r>
            <a:endParaRPr sz="2400"/>
          </a:p>
        </p:txBody>
      </p:sp>
      <p:sp>
        <p:nvSpPr>
          <p:cNvPr id="146" name="Google Shape;1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47" name="Google Shape;1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8" name="Google Shape;1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Best Fit </a:t>
            </a:r>
            <a:endParaRPr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This method keeps the free/busy list in order by size – smallest to largest. </a:t>
            </a:r>
            <a:endParaRPr b="1" sz="2400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 this method, the operating system first searches the whole of the memory according to the size of the given job and allocates it to the closest-fitting free partition in the memory, </a:t>
            </a:r>
            <a:endParaRPr sz="2400"/>
          </a:p>
        </p:txBody>
      </p:sp>
      <p:sp>
        <p:nvSpPr>
          <p:cNvPr id="155" name="Google Shape;1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56" name="Google Shape;1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7" name="Google Shape;1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Worst-Fit</a:t>
            </a:r>
            <a:endParaRPr/>
          </a:p>
        </p:txBody>
      </p:sp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 </a:t>
            </a:r>
            <a:r>
              <a:rPr lang="en-IN" sz="2400"/>
              <a:t>In this allocation technique, the process traverses the whole memory and always search for the largest hole/partition, and then the process is placed in that hole/partition.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is a slow process because it has to traverse the entire memory to search the largest hole.</a:t>
            </a:r>
            <a:endParaRPr sz="2400"/>
          </a:p>
        </p:txBody>
      </p:sp>
      <p:sp>
        <p:nvSpPr>
          <p:cNvPr id="164" name="Google Shape;16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65" name="Google Shape;16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6" name="Google Shape;16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Worst-Fit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https://media.geeksforgeeks.org/wp-content/uploads/20200603225027/GFG49.jp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452" y="1196752"/>
            <a:ext cx="8503012" cy="5239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08-11-2023</a:t>
            </a:r>
            <a:endParaRPr/>
          </a:p>
        </p:txBody>
      </p:sp>
      <p:sp>
        <p:nvSpPr>
          <p:cNvPr id="175" name="Google Shape;17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76" name="Google Shape;17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2023-10-26T01:57:07Z</dcterms:created>
  <dc:creator>Admin</dc:creator>
</cp:coreProperties>
</file>