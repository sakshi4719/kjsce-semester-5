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72" r:id="rId9"/>
    <p:sldId id="264" r:id="rId10"/>
    <p:sldId id="265" r:id="rId11"/>
    <p:sldId id="273" r:id="rId12"/>
    <p:sldId id="266" r:id="rId13"/>
    <p:sldId id="267" r:id="rId14"/>
    <p:sldId id="268" r:id="rId15"/>
    <p:sldId id="269" r:id="rId16"/>
    <p:sldId id="270" r:id="rId17"/>
    <p:sldId id="271" r:id="rId18"/>
    <p:sldId id="274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662" autoAdjust="0"/>
  </p:normalViewPr>
  <p:slideViewPr>
    <p:cSldViewPr>
      <p:cViewPr>
        <p:scale>
          <a:sx n="70" d="100"/>
          <a:sy n="70" d="100"/>
        </p:scale>
        <p:origin x="-115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8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998E1F-B35A-450C-B8B1-EBA6F375A9F5}" type="datetimeFigureOut">
              <a:rPr lang="en-IN" smtClean="0"/>
              <a:t>21-08-2023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C2EFAB-285A-4F15-9CAF-E5CED1CE6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27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7DED8C-629D-4984-A0F9-9F207E320176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569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371FBFB4-180A-45E9-80CC-768E35D8EE48}" type="datetimeFigureOut">
              <a:rPr lang="en-IN" smtClean="0"/>
              <a:t>21-08-2023</a:t>
            </a:fld>
            <a:endParaRPr lang="en-IN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7555917E-19B3-4AF6-AB4C-66329B682B8F}" type="slidenum">
              <a:rPr lang="en-IN" smtClean="0"/>
              <a:t>‹#›</a:t>
            </a:fld>
            <a:endParaRPr lang="en-IN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BFB4-180A-45E9-80CC-768E35D8EE48}" type="datetimeFigureOut">
              <a:rPr lang="en-IN" smtClean="0"/>
              <a:t>21-08-2023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5917E-19B3-4AF6-AB4C-66329B682B8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BFB4-180A-45E9-80CC-768E35D8EE48}" type="datetimeFigureOut">
              <a:rPr lang="en-IN" smtClean="0"/>
              <a:t>21-08-2023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5917E-19B3-4AF6-AB4C-66329B682B8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BFB4-180A-45E9-80CC-768E35D8EE48}" type="datetimeFigureOut">
              <a:rPr lang="en-IN" smtClean="0"/>
              <a:t>21-08-2023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5917E-19B3-4AF6-AB4C-66329B682B8F}" type="slidenum">
              <a:rPr lang="en-IN" smtClean="0"/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BFB4-180A-45E9-80CC-768E35D8EE48}" type="datetimeFigureOut">
              <a:rPr lang="en-IN" smtClean="0"/>
              <a:t>21-08-2023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5917E-19B3-4AF6-AB4C-66329B682B8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BFB4-180A-45E9-80CC-768E35D8EE48}" type="datetimeFigureOut">
              <a:rPr lang="en-IN" smtClean="0"/>
              <a:t>21-08-2023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5917E-19B3-4AF6-AB4C-66329B682B8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BFB4-180A-45E9-80CC-768E35D8EE48}" type="datetimeFigureOut">
              <a:rPr lang="en-IN" smtClean="0"/>
              <a:t>21-08-2023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5917E-19B3-4AF6-AB4C-66329B682B8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BFB4-180A-45E9-80CC-768E35D8EE48}" type="datetimeFigureOut">
              <a:rPr lang="en-IN" smtClean="0"/>
              <a:t>21-08-2023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5917E-19B3-4AF6-AB4C-66329B682B8F}" type="slidenum">
              <a:rPr lang="en-IN" smtClean="0"/>
              <a:t>‹#›</a:t>
            </a:fld>
            <a:endParaRPr lang="en-IN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BFB4-180A-45E9-80CC-768E35D8EE48}" type="datetimeFigureOut">
              <a:rPr lang="en-IN" smtClean="0"/>
              <a:t>21-08-2023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5917E-19B3-4AF6-AB4C-66329B682B8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BFB4-180A-45E9-80CC-768E35D8EE48}" type="datetimeFigureOut">
              <a:rPr lang="en-IN" smtClean="0"/>
              <a:t>21-08-2023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5917E-19B3-4AF6-AB4C-66329B682B8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BFB4-180A-45E9-80CC-768E35D8EE48}" type="datetimeFigureOut">
              <a:rPr lang="en-IN" smtClean="0"/>
              <a:t>21-08-2023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5917E-19B3-4AF6-AB4C-66329B682B8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371FBFB4-180A-45E9-80CC-768E35D8EE48}" type="datetimeFigureOut">
              <a:rPr lang="en-IN" smtClean="0"/>
              <a:t>21-08-2023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7555917E-19B3-4AF6-AB4C-66329B682B8F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Shell Programs</a:t>
            </a:r>
            <a:endParaRPr lang="en-IN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E29D-FD9B-4936-B4B3-9AC88F1619F0}" type="datetime1">
              <a:rPr lang="en-IN" smtClean="0"/>
              <a:t>21-08-2023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7688D-08EA-446C-9BF7-11E914784AC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236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Viewing running processes in Linux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 smtClean="0"/>
              <a:t>The </a:t>
            </a:r>
            <a:r>
              <a:rPr lang="en-IN" sz="2000" dirty="0" err="1" smtClean="0"/>
              <a:t>ps</a:t>
            </a:r>
            <a:r>
              <a:rPr lang="en-IN" sz="2000" dirty="0" smtClean="0"/>
              <a:t> command used to list the currently running processes and their PIDs in Linux and Unix-like systems</a:t>
            </a:r>
          </a:p>
          <a:p>
            <a:r>
              <a:rPr lang="en-IN" sz="2000" dirty="0"/>
              <a:t>short for </a:t>
            </a:r>
            <a:r>
              <a:rPr lang="en-IN" sz="2000" b="1" dirty="0"/>
              <a:t>process status</a:t>
            </a:r>
            <a:endParaRPr lang="en-IN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159E9-3FA4-40AD-8569-96AA6403776A}" type="datetime1">
              <a:rPr lang="en-IN" smtClean="0"/>
              <a:t>21-08-2023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7688D-08EA-446C-9BF7-11E914784AC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49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7024744" cy="457120"/>
          </a:xfrm>
        </p:spPr>
        <p:txBody>
          <a:bodyPr>
            <a:noAutofit/>
          </a:bodyPr>
          <a:lstStyle/>
          <a:p>
            <a:r>
              <a:rPr lang="en-IN" sz="2400" b="1" dirty="0" smtClean="0"/>
              <a:t>Ps command</a:t>
            </a:r>
            <a:endParaRPr lang="en-IN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7821" y="1124744"/>
            <a:ext cx="6777317" cy="3508977"/>
          </a:xfrm>
        </p:spPr>
        <p:txBody>
          <a:bodyPr>
            <a:normAutofit/>
          </a:bodyPr>
          <a:lstStyle/>
          <a:p>
            <a:r>
              <a:rPr lang="en-IN" sz="1800" dirty="0"/>
              <a:t>Used without any options, </a:t>
            </a:r>
            <a:endParaRPr lang="en-IN" sz="1800" dirty="0" smtClean="0"/>
          </a:p>
          <a:p>
            <a:pPr lvl="1"/>
            <a:r>
              <a:rPr lang="en-IN" sz="1800" dirty="0" smtClean="0"/>
              <a:t>the </a:t>
            </a:r>
            <a:r>
              <a:rPr lang="en-IN" sz="1800" i="1" dirty="0" err="1"/>
              <a:t>ps</a:t>
            </a:r>
            <a:r>
              <a:rPr lang="en-IN" sz="1800" dirty="0"/>
              <a:t> command displays only processes that are started from the current shell: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56ABD-7BB2-4BA2-969F-165DC03925D4}" type="datetime1">
              <a:rPr lang="en-IN" smtClean="0"/>
              <a:t>21-08-2023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7688D-08EA-446C-9BF7-11E914784ACB}" type="slidenum">
              <a:rPr lang="en-IN" smtClean="0"/>
              <a:t>3</a:t>
            </a:fld>
            <a:endParaRPr lang="en-IN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585281"/>
            <a:ext cx="6210300" cy="1831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45535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7024744" cy="457120"/>
          </a:xfrm>
        </p:spPr>
        <p:txBody>
          <a:bodyPr>
            <a:noAutofit/>
          </a:bodyPr>
          <a:lstStyle/>
          <a:p>
            <a:r>
              <a:rPr lang="en-IN" sz="2400" b="1" dirty="0" smtClean="0"/>
              <a:t>Ps command</a:t>
            </a:r>
            <a:endParaRPr lang="en-IN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7821" y="1124744"/>
            <a:ext cx="6777317" cy="3508977"/>
          </a:xfrm>
        </p:spPr>
        <p:txBody>
          <a:bodyPr>
            <a:normAutofit/>
          </a:bodyPr>
          <a:lstStyle/>
          <a:p>
            <a:r>
              <a:rPr lang="en-IN" sz="1800" dirty="0"/>
              <a:t>To get information about all processes running on the system, use </a:t>
            </a:r>
            <a:r>
              <a:rPr lang="en-IN" sz="1800" i="1" dirty="0" err="1"/>
              <a:t>ps</a:t>
            </a:r>
            <a:r>
              <a:rPr lang="en-IN" sz="1800" i="1" dirty="0"/>
              <a:t> -A</a:t>
            </a:r>
            <a:r>
              <a:rPr lang="en-IN" sz="1800" dirty="0"/>
              <a:t>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0610B-347C-4879-8BEC-1D876B1CE7B1}" type="datetime1">
              <a:rPr lang="en-IN" smtClean="0"/>
              <a:t>21-08-2023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7688D-08EA-446C-9BF7-11E914784ACB}" type="slidenum">
              <a:rPr lang="en-IN" smtClean="0"/>
              <a:t>4</a:t>
            </a:fld>
            <a:endParaRPr lang="en-IN"/>
          </a:p>
        </p:txBody>
      </p:sp>
      <p:pic>
        <p:nvPicPr>
          <p:cNvPr id="3074" name="Picture 2" descr="linux ps with A op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204864"/>
            <a:ext cx="6105525" cy="373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9601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en-IN" b="1" dirty="0" smtClean="0"/>
              <a:t>Counts for each file in Linux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3933056"/>
            <a:ext cx="7776864" cy="2376264"/>
          </a:xfrm>
        </p:spPr>
        <p:txBody>
          <a:bodyPr>
            <a:normAutofit fontScale="77500" lnSpcReduction="20000"/>
          </a:bodyPr>
          <a:lstStyle/>
          <a:p>
            <a:r>
              <a:rPr lang="en-IN" sz="1800" dirty="0" smtClean="0"/>
              <a:t>The </a:t>
            </a:r>
            <a:r>
              <a:rPr lang="en-IN" sz="1800" dirty="0" err="1" smtClean="0"/>
              <a:t>wc</a:t>
            </a:r>
            <a:r>
              <a:rPr lang="en-IN" sz="1800" dirty="0" smtClean="0"/>
              <a:t> is an acronym for word count. </a:t>
            </a:r>
          </a:p>
          <a:p>
            <a:r>
              <a:rPr lang="en-IN" sz="1800" dirty="0" smtClean="0"/>
              <a:t>By default, </a:t>
            </a:r>
            <a:r>
              <a:rPr lang="en-IN" sz="1800" dirty="0" err="1" smtClean="0"/>
              <a:t>wc</a:t>
            </a:r>
            <a:r>
              <a:rPr lang="en-IN" sz="1800" dirty="0" smtClean="0"/>
              <a:t> command counts the number of lines, words, and characters in the text. </a:t>
            </a:r>
          </a:p>
          <a:p>
            <a:pPr marL="0" indent="0">
              <a:buNone/>
            </a:pPr>
            <a:endParaRPr lang="en-IN" sz="1800" dirty="0" smtClean="0"/>
          </a:p>
          <a:p>
            <a:pPr marL="0" indent="0">
              <a:buNone/>
            </a:pPr>
            <a:r>
              <a:rPr lang="en-IN" sz="1800" dirty="0" smtClean="0"/>
              <a:t>To show the newline counts</a:t>
            </a:r>
            <a:br>
              <a:rPr lang="en-IN" sz="1800" dirty="0" smtClean="0"/>
            </a:br>
            <a:r>
              <a:rPr lang="en-IN" sz="1800" dirty="0" smtClean="0"/>
              <a:t>	echo "line 1" | </a:t>
            </a:r>
            <a:r>
              <a:rPr lang="en-IN" sz="1800" dirty="0" err="1" smtClean="0"/>
              <a:t>wc</a:t>
            </a:r>
            <a:r>
              <a:rPr lang="en-IN" sz="1800" dirty="0" smtClean="0"/>
              <a:t> -l</a:t>
            </a:r>
            <a:br>
              <a:rPr lang="en-IN" sz="1800" dirty="0" smtClean="0"/>
            </a:br>
            <a:endParaRPr lang="en-IN" sz="1800" dirty="0" smtClean="0"/>
          </a:p>
          <a:p>
            <a:pPr marL="0" indent="0">
              <a:buNone/>
            </a:pPr>
            <a:r>
              <a:rPr lang="en-IN" sz="1800" dirty="0" smtClean="0"/>
              <a:t>To print the byte counts</a:t>
            </a:r>
            <a:br>
              <a:rPr lang="en-IN" sz="1800" dirty="0" smtClean="0"/>
            </a:br>
            <a:r>
              <a:rPr lang="en-IN" sz="1800" dirty="0" smtClean="0"/>
              <a:t>	echo "Hello" | </a:t>
            </a:r>
            <a:r>
              <a:rPr lang="en-IN" sz="1800" dirty="0" err="1" smtClean="0"/>
              <a:t>wc</a:t>
            </a:r>
            <a:r>
              <a:rPr lang="en-IN" sz="1800" dirty="0" smtClean="0"/>
              <a:t> -c</a:t>
            </a:r>
            <a:br>
              <a:rPr lang="en-IN" sz="1800" dirty="0" smtClean="0"/>
            </a:br>
            <a:endParaRPr lang="en-IN" sz="1800" dirty="0" smtClean="0"/>
          </a:p>
          <a:p>
            <a:pPr marL="0" indent="0">
              <a:buNone/>
            </a:pPr>
            <a:r>
              <a:rPr lang="en-IN" sz="1800" dirty="0" smtClean="0"/>
              <a:t>One can print the word counts as follows:</a:t>
            </a:r>
            <a:br>
              <a:rPr lang="en-IN" sz="1800" dirty="0" smtClean="0"/>
            </a:br>
            <a:r>
              <a:rPr lang="en-IN" sz="1800" dirty="0" smtClean="0"/>
              <a:t>	echo "Hello world" | </a:t>
            </a:r>
            <a:r>
              <a:rPr lang="en-IN" sz="1800" dirty="0" err="1" smtClean="0"/>
              <a:t>wc</a:t>
            </a:r>
            <a:r>
              <a:rPr lang="en-IN" sz="1800" dirty="0" smtClean="0"/>
              <a:t> -w</a:t>
            </a:r>
          </a:p>
          <a:p>
            <a:endParaRPr lang="en-IN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AA030-111D-4E13-B294-C59437A7AC65}" type="datetime1">
              <a:rPr lang="en-IN" smtClean="0"/>
              <a:t>21-08-2023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7688D-08EA-446C-9BF7-11E914784ACB}" type="slidenum">
              <a:rPr lang="en-IN" smtClean="0"/>
              <a:t>5</a:t>
            </a:fld>
            <a:endParaRPr lang="en-IN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052737"/>
            <a:ext cx="7416824" cy="266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9891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7024744" cy="457120"/>
          </a:xfrm>
        </p:spPr>
        <p:txBody>
          <a:bodyPr>
            <a:noAutofit/>
          </a:bodyPr>
          <a:lstStyle/>
          <a:p>
            <a:r>
              <a:rPr lang="en-IN" sz="2400" b="1" dirty="0" smtClean="0"/>
              <a:t>Ps command</a:t>
            </a:r>
            <a:endParaRPr lang="en-IN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6218" y="836712"/>
            <a:ext cx="6777317" cy="3508977"/>
          </a:xfrm>
        </p:spPr>
        <p:txBody>
          <a:bodyPr>
            <a:normAutofit/>
          </a:bodyPr>
          <a:lstStyle/>
          <a:p>
            <a:r>
              <a:rPr lang="en-IN" sz="1800" dirty="0"/>
              <a:t>The most used options with </a:t>
            </a:r>
            <a:r>
              <a:rPr lang="en-IN" sz="1800" i="1" dirty="0" err="1"/>
              <a:t>ps</a:t>
            </a:r>
            <a:r>
              <a:rPr lang="en-IN" sz="1800" dirty="0"/>
              <a:t> are </a:t>
            </a:r>
            <a:r>
              <a:rPr lang="en-IN" sz="1800" i="1" dirty="0"/>
              <a:t>a</a:t>
            </a:r>
            <a:r>
              <a:rPr lang="en-IN" sz="1800" dirty="0"/>
              <a:t>, </a:t>
            </a:r>
            <a:r>
              <a:rPr lang="en-IN" sz="1800" i="1" dirty="0"/>
              <a:t>u</a:t>
            </a:r>
            <a:r>
              <a:rPr lang="en-IN" sz="1800" dirty="0"/>
              <a:t> and </a:t>
            </a:r>
            <a:r>
              <a:rPr lang="en-IN" sz="1800" i="1" dirty="0"/>
              <a:t>x</a:t>
            </a:r>
            <a:r>
              <a:rPr lang="en-IN" sz="1800" dirty="0"/>
              <a:t>. </a:t>
            </a:r>
            <a:endParaRPr lang="en-IN" sz="1800" dirty="0" smtClean="0"/>
          </a:p>
          <a:p>
            <a:r>
              <a:rPr lang="en-IN" sz="1800" dirty="0" smtClean="0"/>
              <a:t>This </a:t>
            </a:r>
            <a:r>
              <a:rPr lang="en-IN" sz="1800" dirty="0"/>
              <a:t>displays all processes running for all users on your system, along with useful information such as </a:t>
            </a:r>
            <a:r>
              <a:rPr lang="en-IN" sz="1800" dirty="0" smtClean="0"/>
              <a:t>the</a:t>
            </a:r>
          </a:p>
          <a:p>
            <a:pPr lvl="1"/>
            <a:r>
              <a:rPr lang="en-IN" sz="1600" dirty="0" smtClean="0"/>
              <a:t>username </a:t>
            </a:r>
            <a:r>
              <a:rPr lang="en-IN" sz="1600" dirty="0"/>
              <a:t>of the process′ owner, </a:t>
            </a:r>
            <a:endParaRPr lang="en-IN" sz="1600" dirty="0" smtClean="0"/>
          </a:p>
          <a:p>
            <a:pPr lvl="1"/>
            <a:r>
              <a:rPr lang="en-IN" sz="1600" dirty="0" smtClean="0"/>
              <a:t>CPU </a:t>
            </a:r>
            <a:r>
              <a:rPr lang="en-IN" sz="1600" dirty="0"/>
              <a:t>loads, </a:t>
            </a:r>
            <a:endParaRPr lang="en-IN" sz="1600" dirty="0" smtClean="0"/>
          </a:p>
          <a:p>
            <a:pPr lvl="1"/>
            <a:r>
              <a:rPr lang="en-IN" sz="1600" dirty="0" smtClean="0"/>
              <a:t>the </a:t>
            </a:r>
            <a:r>
              <a:rPr lang="en-IN" sz="1600" dirty="0"/>
              <a:t>starting time of the process, </a:t>
            </a:r>
            <a:endParaRPr lang="en-IN" sz="1600" dirty="0" smtClean="0"/>
          </a:p>
          <a:p>
            <a:pPr lvl="1"/>
            <a:r>
              <a:rPr lang="en-IN" sz="1600" dirty="0" smtClean="0"/>
              <a:t>the </a:t>
            </a:r>
            <a:r>
              <a:rPr lang="en-IN" sz="1600" dirty="0"/>
              <a:t>command that initiated the process, etc.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0BE1B-EE1C-40F6-A1E8-DEF438797479}" type="datetime1">
              <a:rPr lang="en-IN" smtClean="0"/>
              <a:t>21-08-2023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7688D-08EA-446C-9BF7-11E914784ACB}" type="slidenum">
              <a:rPr lang="en-IN" smtClean="0"/>
              <a:t>6</a:t>
            </a:fld>
            <a:endParaRPr lang="en-IN"/>
          </a:p>
        </p:txBody>
      </p:sp>
      <p:pic>
        <p:nvPicPr>
          <p:cNvPr id="6146" name="Picture 2" descr="linux ps au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239982"/>
            <a:ext cx="7344816" cy="3141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5950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7024744" cy="457120"/>
          </a:xfrm>
        </p:spPr>
        <p:txBody>
          <a:bodyPr>
            <a:noAutofit/>
          </a:bodyPr>
          <a:lstStyle/>
          <a:p>
            <a:r>
              <a:rPr lang="en-IN" sz="2400" b="1" dirty="0" smtClean="0"/>
              <a:t>Ps command</a:t>
            </a:r>
            <a:endParaRPr lang="en-IN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6218" y="836712"/>
            <a:ext cx="6777317" cy="3508977"/>
          </a:xfrm>
        </p:spPr>
        <p:txBody>
          <a:bodyPr>
            <a:normAutofit/>
          </a:bodyPr>
          <a:lstStyle/>
          <a:p>
            <a:r>
              <a:rPr lang="en-IN" sz="1800" dirty="0"/>
              <a:t>You can just use the </a:t>
            </a:r>
            <a:r>
              <a:rPr lang="en-IN" sz="1800" b="1" dirty="0" err="1"/>
              <a:t>ps</a:t>
            </a:r>
            <a:r>
              <a:rPr lang="en-IN" sz="1800" dirty="0"/>
              <a:t> command piped to the </a:t>
            </a:r>
            <a:r>
              <a:rPr lang="en-IN" sz="1800" b="1" dirty="0" err="1"/>
              <a:t>wc</a:t>
            </a:r>
            <a:r>
              <a:rPr lang="en-IN" sz="1800" dirty="0"/>
              <a:t> command</a:t>
            </a:r>
            <a:r>
              <a:rPr lang="en-IN" sz="1800" dirty="0" smtClean="0"/>
              <a:t>.</a:t>
            </a:r>
          </a:p>
          <a:p>
            <a:pPr lvl="1"/>
            <a:r>
              <a:rPr lang="en-IN" sz="1600" dirty="0" smtClean="0"/>
              <a:t>This</a:t>
            </a:r>
            <a:r>
              <a:rPr lang="en-IN" sz="1600" dirty="0"/>
              <a:t> command will count the number of processes running on your system by any user.</a:t>
            </a:r>
            <a:br>
              <a:rPr lang="en-IN" sz="1600" dirty="0"/>
            </a:br>
            <a:r>
              <a:rPr lang="en-IN" sz="1600" b="1" dirty="0" err="1" smtClean="0"/>
              <a:t>ps</a:t>
            </a:r>
            <a:r>
              <a:rPr lang="en-IN" sz="1600" b="1" dirty="0" smtClean="0"/>
              <a:t> </a:t>
            </a:r>
            <a:r>
              <a:rPr lang="en-IN" sz="1600" b="1" dirty="0"/>
              <a:t>aux | </a:t>
            </a:r>
            <a:r>
              <a:rPr lang="en-IN" sz="1600" b="1" dirty="0" err="1"/>
              <a:t>wc</a:t>
            </a:r>
            <a:r>
              <a:rPr lang="en-IN" sz="1600" b="1" dirty="0"/>
              <a:t> -l</a:t>
            </a:r>
            <a:endParaRPr lang="en-IN" sz="1600" dirty="0"/>
          </a:p>
          <a:p>
            <a:endParaRPr lang="en-IN" sz="1800" dirty="0" smtClean="0"/>
          </a:p>
          <a:p>
            <a:r>
              <a:rPr lang="en-IN" sz="1800" dirty="0" smtClean="0"/>
              <a:t>To </a:t>
            </a:r>
            <a:r>
              <a:rPr lang="en-IN" sz="1800" dirty="0"/>
              <a:t>see only processes by a certain user with a username user1, you can use the following command:</a:t>
            </a:r>
            <a:br>
              <a:rPr lang="en-IN" sz="1800" dirty="0"/>
            </a:br>
            <a:r>
              <a:rPr lang="en-IN" sz="1800" b="1" dirty="0" err="1"/>
              <a:t>ps</a:t>
            </a:r>
            <a:r>
              <a:rPr lang="en-IN" sz="1800" b="1" dirty="0"/>
              <a:t> -U user1 | </a:t>
            </a:r>
            <a:r>
              <a:rPr lang="en-IN" sz="1800" b="1" dirty="0" err="1"/>
              <a:t>wc</a:t>
            </a:r>
            <a:r>
              <a:rPr lang="en-IN" sz="1800" b="1" dirty="0"/>
              <a:t> -l</a:t>
            </a:r>
            <a:endParaRPr lang="en-IN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AF283-A8A7-4AD8-BA81-C9E0FDF415AD}" type="datetime1">
              <a:rPr lang="en-IN" smtClean="0"/>
              <a:t>21-08-2023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7688D-08EA-446C-9BF7-11E914784ACB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2736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Remove spaces before and after |</a:t>
            </a:r>
            <a:endParaRPr lang="en-IN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8" t="13500" r="67509" b="57647"/>
          <a:stretch/>
        </p:blipFill>
        <p:spPr bwMode="auto">
          <a:xfrm>
            <a:off x="1043608" y="2636912"/>
            <a:ext cx="5616624" cy="3472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4550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457120"/>
          </a:xfrm>
        </p:spPr>
        <p:txBody>
          <a:bodyPr>
            <a:normAutofit/>
          </a:bodyPr>
          <a:lstStyle/>
          <a:p>
            <a:r>
              <a:rPr lang="en-IN" sz="2000" dirty="0"/>
              <a:t>Factorial of a number using while loop - Shell </a:t>
            </a:r>
            <a:r>
              <a:rPr lang="en-IN" sz="2000" dirty="0" smtClean="0"/>
              <a:t>Script</a:t>
            </a:r>
            <a:endParaRPr lang="en-IN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1628800"/>
            <a:ext cx="6777317" cy="4157049"/>
          </a:xfrm>
        </p:spPr>
        <p:txBody>
          <a:bodyPr>
            <a:normAutofit fontScale="55000" lnSpcReduction="20000"/>
          </a:bodyPr>
          <a:lstStyle/>
          <a:p>
            <a:endParaRPr lang="en-IN" dirty="0"/>
          </a:p>
          <a:p>
            <a:pPr marL="68580" indent="0">
              <a:buNone/>
            </a:pPr>
            <a:r>
              <a:rPr lang="en-IN" sz="2900" dirty="0"/>
              <a:t>#shell script for factorial of a number</a:t>
            </a:r>
          </a:p>
          <a:p>
            <a:pPr marL="68580" indent="0">
              <a:buNone/>
            </a:pPr>
            <a:r>
              <a:rPr lang="en-IN" sz="2900" dirty="0"/>
              <a:t>#factorial using while loop</a:t>
            </a:r>
          </a:p>
          <a:p>
            <a:pPr marL="68580" indent="0">
              <a:buNone/>
            </a:pPr>
            <a:endParaRPr lang="en-IN" sz="2900" dirty="0"/>
          </a:p>
          <a:p>
            <a:pPr marL="68580" indent="0">
              <a:buNone/>
            </a:pPr>
            <a:r>
              <a:rPr lang="en-IN" sz="2900" dirty="0"/>
              <a:t>echo "Enter a number"</a:t>
            </a:r>
          </a:p>
          <a:p>
            <a:pPr marL="68580" indent="0">
              <a:buNone/>
            </a:pPr>
            <a:r>
              <a:rPr lang="en-IN" sz="2900" dirty="0"/>
              <a:t>read </a:t>
            </a:r>
            <a:r>
              <a:rPr lang="en-IN" sz="2900" dirty="0" err="1"/>
              <a:t>num</a:t>
            </a:r>
            <a:endParaRPr lang="en-IN" sz="2900" dirty="0"/>
          </a:p>
          <a:p>
            <a:pPr marL="68580" indent="0">
              <a:buNone/>
            </a:pPr>
            <a:endParaRPr lang="en-IN" sz="2900" dirty="0"/>
          </a:p>
          <a:p>
            <a:pPr marL="68580" indent="0">
              <a:buNone/>
            </a:pPr>
            <a:r>
              <a:rPr lang="en-IN" sz="2900" dirty="0"/>
              <a:t>fact=1</a:t>
            </a:r>
          </a:p>
          <a:p>
            <a:pPr marL="68580" indent="0">
              <a:buNone/>
            </a:pPr>
            <a:endParaRPr lang="en-IN" sz="2900" dirty="0"/>
          </a:p>
          <a:p>
            <a:pPr marL="68580" indent="0">
              <a:buNone/>
            </a:pPr>
            <a:r>
              <a:rPr lang="en-IN" sz="2900" dirty="0"/>
              <a:t>while [ $</a:t>
            </a:r>
            <a:r>
              <a:rPr lang="en-IN" sz="2900" dirty="0" err="1"/>
              <a:t>num</a:t>
            </a:r>
            <a:r>
              <a:rPr lang="en-IN" sz="2900" dirty="0"/>
              <a:t> -</a:t>
            </a:r>
            <a:r>
              <a:rPr lang="en-IN" sz="2900" dirty="0" err="1"/>
              <a:t>gt</a:t>
            </a:r>
            <a:r>
              <a:rPr lang="en-IN" sz="2900" dirty="0"/>
              <a:t> 1 ]</a:t>
            </a:r>
          </a:p>
          <a:p>
            <a:pPr marL="68580" indent="0">
              <a:buNone/>
            </a:pPr>
            <a:r>
              <a:rPr lang="en-IN" sz="2900" dirty="0"/>
              <a:t>do</a:t>
            </a:r>
          </a:p>
          <a:p>
            <a:pPr marL="68580" indent="0">
              <a:buNone/>
            </a:pPr>
            <a:r>
              <a:rPr lang="en-IN" sz="2900" dirty="0"/>
              <a:t>  fact=$((fact * </a:t>
            </a:r>
            <a:r>
              <a:rPr lang="en-IN" sz="2900" dirty="0" err="1"/>
              <a:t>num</a:t>
            </a:r>
            <a:r>
              <a:rPr lang="en-IN" sz="2900" dirty="0"/>
              <a:t>))  #fact = fact * </a:t>
            </a:r>
            <a:r>
              <a:rPr lang="en-IN" sz="2900" dirty="0" err="1"/>
              <a:t>num</a:t>
            </a:r>
            <a:endParaRPr lang="en-IN" sz="2900" dirty="0"/>
          </a:p>
          <a:p>
            <a:pPr marL="68580" indent="0">
              <a:buNone/>
            </a:pPr>
            <a:r>
              <a:rPr lang="en-IN" sz="2900" dirty="0"/>
              <a:t>  </a:t>
            </a:r>
            <a:r>
              <a:rPr lang="en-IN" sz="2900" dirty="0" err="1"/>
              <a:t>num</a:t>
            </a:r>
            <a:r>
              <a:rPr lang="en-IN" sz="2900" dirty="0"/>
              <a:t>=$((</a:t>
            </a:r>
            <a:r>
              <a:rPr lang="en-IN" sz="2900" dirty="0" err="1"/>
              <a:t>num</a:t>
            </a:r>
            <a:r>
              <a:rPr lang="en-IN" sz="2900" dirty="0"/>
              <a:t> - 1))      #</a:t>
            </a:r>
            <a:r>
              <a:rPr lang="en-IN" sz="2900" dirty="0" err="1"/>
              <a:t>num</a:t>
            </a:r>
            <a:r>
              <a:rPr lang="en-IN" sz="2900" dirty="0"/>
              <a:t> = </a:t>
            </a:r>
            <a:r>
              <a:rPr lang="en-IN" sz="2900" dirty="0" err="1"/>
              <a:t>num</a:t>
            </a:r>
            <a:r>
              <a:rPr lang="en-IN" sz="2900" dirty="0"/>
              <a:t> - 1</a:t>
            </a:r>
          </a:p>
          <a:p>
            <a:pPr marL="68580" indent="0">
              <a:buNone/>
            </a:pPr>
            <a:r>
              <a:rPr lang="en-IN" sz="2900" dirty="0"/>
              <a:t>done</a:t>
            </a:r>
          </a:p>
          <a:p>
            <a:pPr marL="68580" indent="0">
              <a:buNone/>
            </a:pPr>
            <a:endParaRPr lang="en-IN" sz="2900" dirty="0"/>
          </a:p>
          <a:p>
            <a:pPr marL="68580" indent="0">
              <a:buNone/>
            </a:pPr>
            <a:r>
              <a:rPr lang="en-IN" sz="2900" dirty="0"/>
              <a:t>echo $fact</a:t>
            </a:r>
          </a:p>
          <a:p>
            <a:pPr marL="68580" indent="0">
              <a:buNone/>
            </a:pPr>
            <a:endParaRPr lang="en-IN" sz="2900" dirty="0"/>
          </a:p>
          <a:p>
            <a:pPr marL="68580" indent="0">
              <a:buNone/>
            </a:pPr>
            <a:endParaRPr lang="en-IN" sz="29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BF647-4C49-4758-AD56-B0B7D4378C71}" type="datetime1">
              <a:rPr lang="en-IN" smtClean="0"/>
              <a:t>21-08-2023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7688D-08EA-446C-9BF7-11E914784ACB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702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457120"/>
          </a:xfrm>
        </p:spPr>
        <p:txBody>
          <a:bodyPr>
            <a:normAutofit/>
          </a:bodyPr>
          <a:lstStyle/>
          <a:p>
            <a:r>
              <a:rPr lang="en-IN" sz="2000" dirty="0"/>
              <a:t>Factorial of a number using while loop - Shell </a:t>
            </a:r>
            <a:r>
              <a:rPr lang="en-IN" sz="2000" dirty="0" smtClean="0"/>
              <a:t>Script</a:t>
            </a:r>
            <a:endParaRPr lang="en-IN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1988840"/>
            <a:ext cx="6777317" cy="3797009"/>
          </a:xfrm>
        </p:spPr>
        <p:txBody>
          <a:bodyPr>
            <a:normAutofit fontScale="62500" lnSpcReduction="20000"/>
          </a:bodyPr>
          <a:lstStyle/>
          <a:p>
            <a:endParaRPr lang="en-IN" dirty="0"/>
          </a:p>
          <a:p>
            <a:r>
              <a:rPr lang="en-IN" dirty="0"/>
              <a:t>#shell script for factorial of a number</a:t>
            </a:r>
          </a:p>
          <a:p>
            <a:r>
              <a:rPr lang="en-IN" dirty="0"/>
              <a:t>#factorial using for loop</a:t>
            </a:r>
          </a:p>
          <a:p>
            <a:endParaRPr lang="en-IN" dirty="0"/>
          </a:p>
          <a:p>
            <a:r>
              <a:rPr lang="en-IN" dirty="0"/>
              <a:t>echo "Enter a number"</a:t>
            </a:r>
          </a:p>
          <a:p>
            <a:r>
              <a:rPr lang="en-IN" dirty="0"/>
              <a:t>read </a:t>
            </a:r>
            <a:r>
              <a:rPr lang="en-IN" dirty="0" err="1"/>
              <a:t>num</a:t>
            </a:r>
            <a:endParaRPr lang="en-IN" dirty="0"/>
          </a:p>
          <a:p>
            <a:endParaRPr lang="en-IN" dirty="0"/>
          </a:p>
          <a:p>
            <a:r>
              <a:rPr lang="en-IN" dirty="0"/>
              <a:t>fact=1</a:t>
            </a:r>
          </a:p>
          <a:p>
            <a:endParaRPr lang="en-IN" dirty="0"/>
          </a:p>
          <a:p>
            <a:r>
              <a:rPr lang="en-IN" dirty="0"/>
              <a:t>for((</a:t>
            </a:r>
            <a:r>
              <a:rPr lang="en-IN" dirty="0" err="1"/>
              <a:t>i</a:t>
            </a:r>
            <a:r>
              <a:rPr lang="en-IN" dirty="0"/>
              <a:t>=2;i&lt;=</a:t>
            </a:r>
            <a:r>
              <a:rPr lang="en-IN" dirty="0" err="1"/>
              <a:t>num;i</a:t>
            </a:r>
            <a:r>
              <a:rPr lang="en-IN" dirty="0"/>
              <a:t>++))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fact=$((fact * </a:t>
            </a:r>
            <a:r>
              <a:rPr lang="en-IN" dirty="0" err="1"/>
              <a:t>i</a:t>
            </a:r>
            <a:r>
              <a:rPr lang="en-IN" dirty="0"/>
              <a:t>))  #fact = fact * </a:t>
            </a:r>
            <a:r>
              <a:rPr lang="en-IN" dirty="0" err="1"/>
              <a:t>i</a:t>
            </a:r>
            <a:endParaRPr lang="en-IN" dirty="0"/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echo $fact</a:t>
            </a: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BF647-4C49-4758-AD56-B0B7D4378C71}" type="datetime1">
              <a:rPr lang="en-IN" smtClean="0"/>
              <a:t>21-08-2023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7688D-08EA-446C-9BF7-11E914784ACB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9917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60" t="29881" r="23326" b="28425"/>
          <a:stretch/>
        </p:blipFill>
        <p:spPr bwMode="auto">
          <a:xfrm>
            <a:off x="1115616" y="980728"/>
            <a:ext cx="7479695" cy="4925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6409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404664"/>
            <a:ext cx="7024744" cy="443135"/>
          </a:xfrm>
        </p:spPr>
        <p:txBody>
          <a:bodyPr>
            <a:normAutofit fontScale="90000"/>
          </a:bodyPr>
          <a:lstStyle/>
          <a:p>
            <a:r>
              <a:rPr lang="en-IN" sz="2800" b="1" dirty="0" smtClean="0"/>
              <a:t>Execution of factorial </a:t>
            </a:r>
            <a:r>
              <a:rPr lang="en-IN" sz="2800" b="1" dirty="0" err="1" smtClean="0"/>
              <a:t>pgm</a:t>
            </a:r>
            <a:endParaRPr lang="en-IN" sz="2800" b="1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488905"/>
            <a:ext cx="7200800" cy="1892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BF647-4C49-4758-AD56-B0B7D4378C71}" type="datetime1">
              <a:rPr lang="en-IN" smtClean="0"/>
              <a:t>21-08-2023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7688D-08EA-446C-9BF7-11E914784ACB}" type="slidenum">
              <a:rPr lang="en-IN" smtClean="0"/>
              <a:t>12</a:t>
            </a:fld>
            <a:endParaRPr lang="en-IN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464569"/>
            <a:ext cx="7344816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8357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601136"/>
          </a:xfrm>
        </p:spPr>
        <p:txBody>
          <a:bodyPr>
            <a:normAutofit fontScale="90000"/>
          </a:bodyPr>
          <a:lstStyle/>
          <a:p>
            <a:r>
              <a:rPr lang="en-IN" b="1" dirty="0" err="1" smtClean="0"/>
              <a:t>useradd</a:t>
            </a:r>
            <a:r>
              <a:rPr lang="en-IN" b="1" dirty="0" smtClean="0"/>
              <a:t> command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844824"/>
            <a:ext cx="6777317" cy="3987805"/>
          </a:xfrm>
        </p:spPr>
        <p:txBody>
          <a:bodyPr>
            <a:noAutofit/>
          </a:bodyPr>
          <a:lstStyle/>
          <a:p>
            <a:r>
              <a:rPr lang="en-IN" sz="1800" dirty="0" smtClean="0"/>
              <a:t>In </a:t>
            </a:r>
            <a:r>
              <a:rPr lang="en-IN" sz="1800" dirty="0"/>
              <a:t>Linux, a ‘</a:t>
            </a:r>
            <a:r>
              <a:rPr lang="en-IN" sz="1800" b="1" dirty="0" err="1"/>
              <a:t>useradd</a:t>
            </a:r>
            <a:r>
              <a:rPr lang="en-IN" sz="1800" dirty="0"/>
              <a:t>‘ command is a low-level utility that is used for adding/creating user accounts in </a:t>
            </a:r>
            <a:r>
              <a:rPr lang="en-IN" sz="1800" b="1" dirty="0"/>
              <a:t>Linux</a:t>
            </a:r>
            <a:r>
              <a:rPr lang="en-IN" sz="1800" dirty="0"/>
              <a:t> and other </a:t>
            </a:r>
            <a:r>
              <a:rPr lang="en-IN" sz="1800" b="1" dirty="0"/>
              <a:t>Unix-like</a:t>
            </a:r>
            <a:r>
              <a:rPr lang="en-IN" sz="1800" dirty="0"/>
              <a:t> operating systems. </a:t>
            </a:r>
            <a:endParaRPr lang="en-IN" sz="1800" dirty="0" smtClean="0"/>
          </a:p>
          <a:p>
            <a:endParaRPr lang="en-IN" sz="1800" dirty="0" smtClean="0"/>
          </a:p>
          <a:p>
            <a:r>
              <a:rPr lang="en-IN" sz="1800" dirty="0" smtClean="0"/>
              <a:t>When </a:t>
            </a:r>
            <a:r>
              <a:rPr lang="en-IN" sz="1800" dirty="0"/>
              <a:t>we run ‘</a:t>
            </a:r>
            <a:r>
              <a:rPr lang="en-IN" sz="1800" b="1" dirty="0" err="1"/>
              <a:t>useradd</a:t>
            </a:r>
            <a:r>
              <a:rPr lang="en-IN" sz="1800" dirty="0"/>
              <a:t>‘ command in Linux terminal, it performs following major things:</a:t>
            </a:r>
          </a:p>
          <a:p>
            <a:pPr lvl="1"/>
            <a:r>
              <a:rPr lang="en-IN" sz="1800" dirty="0"/>
              <a:t>It edits /</a:t>
            </a:r>
            <a:r>
              <a:rPr lang="en-IN" sz="1800" dirty="0" err="1"/>
              <a:t>etc</a:t>
            </a:r>
            <a:r>
              <a:rPr lang="en-IN" sz="1800" dirty="0"/>
              <a:t>/</a:t>
            </a:r>
            <a:r>
              <a:rPr lang="en-IN" sz="1800" dirty="0" err="1"/>
              <a:t>passwd</a:t>
            </a:r>
            <a:r>
              <a:rPr lang="en-IN" sz="1800" dirty="0"/>
              <a:t>, /</a:t>
            </a:r>
            <a:r>
              <a:rPr lang="en-IN" sz="1800" dirty="0" err="1"/>
              <a:t>etc</a:t>
            </a:r>
            <a:r>
              <a:rPr lang="en-IN" sz="1800" dirty="0"/>
              <a:t>/shadow, /</a:t>
            </a:r>
            <a:r>
              <a:rPr lang="en-IN" sz="1800" dirty="0" err="1"/>
              <a:t>etc</a:t>
            </a:r>
            <a:r>
              <a:rPr lang="en-IN" sz="1800" dirty="0"/>
              <a:t>/group and /</a:t>
            </a:r>
            <a:r>
              <a:rPr lang="en-IN" sz="1800" dirty="0" err="1"/>
              <a:t>etc</a:t>
            </a:r>
            <a:r>
              <a:rPr lang="en-IN" sz="1800" dirty="0"/>
              <a:t>/</a:t>
            </a:r>
            <a:r>
              <a:rPr lang="en-IN" sz="1800" dirty="0" err="1"/>
              <a:t>gshadow</a:t>
            </a:r>
            <a:r>
              <a:rPr lang="en-IN" sz="1800" dirty="0"/>
              <a:t> files for the newly created User account.</a:t>
            </a:r>
          </a:p>
          <a:p>
            <a:pPr lvl="1"/>
            <a:r>
              <a:rPr lang="en-IN" sz="1800" dirty="0"/>
              <a:t>Creates and populate a home directory for the new user.</a:t>
            </a:r>
          </a:p>
          <a:p>
            <a:pPr lvl="1"/>
            <a:r>
              <a:rPr lang="en-IN" sz="1800" dirty="0"/>
              <a:t>Sets permissions and ownerships to home directory</a:t>
            </a:r>
            <a:r>
              <a:rPr lang="en-IN" sz="1800" dirty="0" smtClean="0"/>
              <a:t>.</a:t>
            </a:r>
          </a:p>
          <a:p>
            <a:r>
              <a:rPr lang="en-IN" sz="1800" dirty="0" smtClean="0"/>
              <a:t>Basic syntax of command is:</a:t>
            </a:r>
          </a:p>
          <a:p>
            <a:pPr marL="68580" indent="0">
              <a:buNone/>
            </a:pPr>
            <a:r>
              <a:rPr lang="en-IN" sz="1800" dirty="0" smtClean="0"/>
              <a:t>	</a:t>
            </a:r>
            <a:r>
              <a:rPr lang="en-IN" sz="1800" b="1" dirty="0" err="1" smtClean="0"/>
              <a:t>useradd</a:t>
            </a:r>
            <a:r>
              <a:rPr lang="en-IN" sz="1800" b="1" dirty="0" smtClean="0"/>
              <a:t> [options] username</a:t>
            </a:r>
            <a:endParaRPr lang="en-IN" sz="18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BF647-4C49-4758-AD56-B0B7D4378C71}" type="datetime1">
              <a:rPr lang="en-IN" smtClean="0"/>
              <a:t>21-08-2023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7688D-08EA-446C-9BF7-11E914784ACB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933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Useradd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useradd</a:t>
            </a:r>
            <a:r>
              <a:rPr lang="en-IN" dirty="0"/>
              <a:t> [options] </a:t>
            </a:r>
            <a:r>
              <a:rPr lang="en-IN" dirty="0" err="1" smtClean="0"/>
              <a:t>name_of_the_user</a:t>
            </a:r>
            <a:endParaRPr lang="en-IN" dirty="0" smtClean="0"/>
          </a:p>
          <a:p>
            <a:pPr marL="68580" indent="0">
              <a:buNone/>
            </a:pPr>
            <a:endParaRPr lang="en-IN" dirty="0" smtClean="0"/>
          </a:p>
          <a:p>
            <a:pPr marL="68580" indent="0">
              <a:buNone/>
            </a:pPr>
            <a:r>
              <a:rPr lang="en-IN" dirty="0" smtClean="0"/>
              <a:t>To </a:t>
            </a:r>
            <a:r>
              <a:rPr lang="en-IN" dirty="0"/>
              <a:t>add a simple user</a:t>
            </a:r>
          </a:p>
          <a:p>
            <a:r>
              <a:rPr lang="en-IN" dirty="0" err="1"/>
              <a:t>sudo</a:t>
            </a:r>
            <a:r>
              <a:rPr lang="en-IN" dirty="0"/>
              <a:t> </a:t>
            </a:r>
            <a:r>
              <a:rPr lang="en-IN" dirty="0" err="1" smtClean="0"/>
              <a:t>useradd</a:t>
            </a:r>
            <a:r>
              <a:rPr lang="en-IN" dirty="0" smtClean="0"/>
              <a:t> </a:t>
            </a:r>
            <a:r>
              <a:rPr lang="en-IN" dirty="0" err="1" smtClean="0"/>
              <a:t>test_user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BF647-4C49-4758-AD56-B0B7D4378C71}" type="datetime1">
              <a:rPr lang="en-IN" smtClean="0"/>
              <a:t>21-08-2023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7688D-08EA-446C-9BF7-11E914784ACB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932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60113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v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844824"/>
            <a:ext cx="6777317" cy="3987805"/>
          </a:xfrm>
        </p:spPr>
        <p:txBody>
          <a:bodyPr>
            <a:noAutofit/>
          </a:bodyPr>
          <a:lstStyle/>
          <a:p>
            <a:r>
              <a:rPr lang="en-IN" sz="1800" dirty="0" smtClean="0"/>
              <a:t>Basic syntax of command is:</a:t>
            </a:r>
          </a:p>
          <a:p>
            <a:pPr marL="68580" indent="0">
              <a:buNone/>
            </a:pPr>
            <a:r>
              <a:rPr lang="en-IN" sz="1800" dirty="0" smtClean="0"/>
              <a:t>	</a:t>
            </a:r>
            <a:r>
              <a:rPr lang="en-IN" sz="1800" b="1" dirty="0" err="1" smtClean="0"/>
              <a:t>useradd</a:t>
            </a:r>
            <a:r>
              <a:rPr lang="en-IN" sz="1800" b="1" dirty="0" smtClean="0"/>
              <a:t> [options] username</a:t>
            </a:r>
            <a:endParaRPr lang="en-IN" sz="18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BF647-4C49-4758-AD56-B0B7D4378C71}" type="datetime1">
              <a:rPr lang="en-IN" smtClean="0"/>
              <a:t>21-08-2023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7688D-08EA-446C-9BF7-11E914784ACB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171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08" y="332656"/>
            <a:ext cx="7024744" cy="720080"/>
          </a:xfrm>
        </p:spPr>
        <p:txBody>
          <a:bodyPr/>
          <a:lstStyle/>
          <a:p>
            <a:r>
              <a:rPr lang="en-IN" dirty="0" smtClean="0"/>
              <a:t>Friday batch</a:t>
            </a:r>
            <a:endParaRPr lang="en-IN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29" t="20626" r="26413" b="30478"/>
          <a:stretch/>
        </p:blipFill>
        <p:spPr bwMode="auto">
          <a:xfrm>
            <a:off x="755576" y="1052736"/>
            <a:ext cx="7827038" cy="4824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BF647-4C49-4758-AD56-B0B7D4378C71}" type="datetime1">
              <a:rPr lang="en-IN" smtClean="0"/>
              <a:t>21-08-2023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7688D-08EA-446C-9BF7-11E914784ACB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3242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2400" dirty="0" smtClean="0"/>
              <a:t>Count no of users</a:t>
            </a:r>
            <a:br>
              <a:rPr lang="en-IN" sz="2400" dirty="0" smtClean="0"/>
            </a:br>
            <a:r>
              <a:rPr lang="en-IN" sz="2400" dirty="0"/>
              <a:t>$ who --count</a:t>
            </a:r>
            <a:br>
              <a:rPr lang="en-IN" sz="2400" dirty="0"/>
            </a:br>
            <a:endParaRPr lang="en-IN" sz="2400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428" y="2324100"/>
            <a:ext cx="6240156" cy="350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BF647-4C49-4758-AD56-B0B7D4378C71}" type="datetime1">
              <a:rPr lang="en-IN" smtClean="0"/>
              <a:t>21-08-2023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7688D-08EA-446C-9BF7-11E914784ACB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158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96" t="35159" r="61626" b="28151"/>
          <a:stretch/>
        </p:blipFill>
        <p:spPr bwMode="auto">
          <a:xfrm>
            <a:off x="827584" y="980728"/>
            <a:ext cx="7782070" cy="432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0059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125</TotalTime>
  <Words>545</Words>
  <Application>Microsoft Office PowerPoint</Application>
  <PresentationFormat>On-screen Show (4:3)</PresentationFormat>
  <Paragraphs>128</Paragraphs>
  <Slides>18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Austin</vt:lpstr>
      <vt:lpstr>Shell Programs</vt:lpstr>
      <vt:lpstr>Viewing running processes in Linux</vt:lpstr>
      <vt:lpstr>Ps command</vt:lpstr>
      <vt:lpstr>Ps command</vt:lpstr>
      <vt:lpstr>Counts for each file in Linux</vt:lpstr>
      <vt:lpstr>Ps command</vt:lpstr>
      <vt:lpstr>Ps command</vt:lpstr>
      <vt:lpstr>Remove spaces before and after |</vt:lpstr>
      <vt:lpstr>Factorial of a number using while loop - Shell Script</vt:lpstr>
      <vt:lpstr>Factorial of a number using while loop - Shell Script</vt:lpstr>
      <vt:lpstr>PowerPoint Presentation</vt:lpstr>
      <vt:lpstr>Execution of factorial pgm</vt:lpstr>
      <vt:lpstr>useradd command</vt:lpstr>
      <vt:lpstr>Useradd</vt:lpstr>
      <vt:lpstr>v</vt:lpstr>
      <vt:lpstr>Friday batch</vt:lpstr>
      <vt:lpstr>Count no of users $ who --count 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Shell Programs</dc:title>
  <dc:creator>Admin</dc:creator>
  <cp:lastModifiedBy>Admin</cp:lastModifiedBy>
  <cp:revision>12</cp:revision>
  <dcterms:created xsi:type="dcterms:W3CDTF">2021-08-22T17:13:55Z</dcterms:created>
  <dcterms:modified xsi:type="dcterms:W3CDTF">2023-08-21T07:16:38Z</dcterms:modified>
</cp:coreProperties>
</file>