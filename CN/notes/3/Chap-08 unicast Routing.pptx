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  <p:sldMasterId id="2147483652" r:id="rId7"/>
    <p:sldMasterId id="2147483653" r:id="rId8"/>
    <p:sldMasterId id="2147483655" r:id="rId9"/>
    <p:sldMasterId id="2147483657" r:id="rId10"/>
    <p:sldMasterId id="2147483659" r:id="rId11"/>
    <p:sldMasterId id="2147483661" r:id="rId12"/>
    <p:sldMasterId id="2147483663" r:id="rId13"/>
    <p:sldMasterId id="2147483665" r:id="rId14"/>
    <p:sldMasterId id="2147483667" r:id="rId15"/>
    <p:sldMasterId id="2147483669" r:id="rId16"/>
  </p:sldMasterIdLst>
  <p:notesMasterIdLst>
    <p:notesMasterId r:id="rId17"/>
  </p:notes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285" r:id="rId47"/>
    <p:sldId id="286" r:id="rId48"/>
    <p:sldId id="287" r:id="rId49"/>
    <p:sldId id="288" r:id="rId50"/>
    <p:sldId id="289" r:id="rId51"/>
    <p:sldId id="290" r:id="rId52"/>
    <p:sldId id="291" r:id="rId53"/>
    <p:sldId id="292" r:id="rId54"/>
    <p:sldId id="293" r:id="rId55"/>
    <p:sldId id="294" r:id="rId56"/>
    <p:sldId id="295" r:id="rId57"/>
    <p:sldId id="296" r:id="rId58"/>
    <p:sldId id="297" r:id="rId59"/>
    <p:sldId id="298" r:id="rId60"/>
    <p:sldId id="299" r:id="rId61"/>
    <p:sldId id="300" r:id="rId62"/>
    <p:sldId id="301" r:id="rId63"/>
    <p:sldId id="302" r:id="rId64"/>
    <p:sldId id="303" r:id="rId65"/>
    <p:sldId id="304" r:id="rId66"/>
    <p:sldId id="305" r:id="rId67"/>
    <p:sldId id="306" r:id="rId68"/>
    <p:sldId id="307" r:id="rId69"/>
    <p:sldId id="308" r:id="rId70"/>
    <p:sldId id="309" r:id="rId71"/>
    <p:sldId id="310" r:id="rId72"/>
    <p:sldId id="311" r:id="rId73"/>
    <p:sldId id="312" r:id="rId74"/>
    <p:sldId id="313" r:id="rId75"/>
    <p:sldId id="314" r:id="rId76"/>
    <p:sldId id="315" r:id="rId77"/>
    <p:sldId id="316" r:id="rId78"/>
    <p:sldId id="317" r:id="rId79"/>
    <p:sldId id="318" r:id="rId80"/>
    <p:sldId id="319" r:id="rId81"/>
    <p:sldId id="320" r:id="rId82"/>
    <p:sldId id="321" r:id="rId83"/>
    <p:sldId id="322" r:id="rId84"/>
    <p:sldId id="323" r:id="rId85"/>
    <p:sldId id="324" r:id="rId86"/>
    <p:sldId id="325" r:id="rId87"/>
    <p:sldId id="326" r:id="rId88"/>
    <p:sldId id="327" r:id="rId89"/>
    <p:sldId id="328" r:id="rId90"/>
    <p:sldId id="329" r:id="rId91"/>
    <p:sldId id="330" r:id="rId92"/>
    <p:sldId id="331" r:id="rId93"/>
    <p:sldId id="332" r:id="rId94"/>
    <p:sldId id="333" r:id="rId95"/>
    <p:sldId id="334" r:id="rId96"/>
    <p:sldId id="335" r:id="rId97"/>
    <p:sldId id="336" r:id="rId98"/>
    <p:sldId id="337" r:id="rId99"/>
    <p:sldId id="338" r:id="rId100"/>
    <p:sldId id="339" r:id="rId101"/>
    <p:sldId id="340" r:id="rId102"/>
    <p:sldId id="341" r:id="rId103"/>
    <p:sldId id="342" r:id="rId104"/>
    <p:sldId id="343" r:id="rId105"/>
    <p:sldId id="344" r:id="rId106"/>
    <p:sldId id="345" r:id="rId107"/>
    <p:sldId id="346" r:id="rId108"/>
  </p:sldIdLst>
  <p:sldSz cy="6858000" cx="9906000"/>
  <p:notesSz cx="6623050" cy="9810750"/>
  <p:embeddedFontLst>
    <p:embeddedFont>
      <p:font typeface="Palatino Linotype"/>
      <p:regular r:id="rId109"/>
      <p:bold r:id="rId110"/>
      <p:italic r:id="rId111"/>
      <p:boldItalic r:id="rId112"/>
    </p:embeddedFont>
    <p:embeddedFont>
      <p:font typeface="Book Antiqua"/>
      <p:regular r:id="rId113"/>
      <p:bold r:id="rId114"/>
      <p:italic r:id="rId115"/>
      <p:boldItalic r:id="rId1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120">
          <p15:clr>
            <a:srgbClr val="000000"/>
          </p15:clr>
        </p15:guide>
      </p15:sldGuideLst>
    </p:ext>
    <p:ext uri="{2D200454-40CA-4A62-9FC3-DE9A4176ACB9}">
      <p15:notesGuideLst>
        <p15:guide id="1" orient="horz" pos="2160">
          <p15:clr>
            <a:srgbClr val="000000"/>
          </p15:clr>
        </p15:guide>
        <p15:guide id="2" pos="3120">
          <p15:clr>
            <a:srgbClr val="000000"/>
          </p15:clr>
        </p15:guide>
      </p15:notesGuideLst>
    </p:ext>
    <p:ext uri="GoogleSlidesCustomDataVersion2">
      <go:slidesCustomData xmlns:go="http://customooxmlschemas.google.com/" r:id="rId117" roundtripDataSignature="AMtx7mjfm8/OND+Z8LDtSGgyyqKuBWZt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680BA8-D166-4DC4-A03C-DAF59EE05A87}">
  <a:tblStyle styleId="{E8680BA8-D166-4DC4-A03C-DAF59EE05A8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3.xml"/><Relationship Id="rId42" Type="http://schemas.openxmlformats.org/officeDocument/2006/relationships/slide" Target="slides/slide25.xml"/><Relationship Id="rId41" Type="http://schemas.openxmlformats.org/officeDocument/2006/relationships/slide" Target="slides/slide24.xml"/><Relationship Id="rId44" Type="http://schemas.openxmlformats.org/officeDocument/2006/relationships/slide" Target="slides/slide27.xml"/><Relationship Id="rId43" Type="http://schemas.openxmlformats.org/officeDocument/2006/relationships/slide" Target="slides/slide26.xml"/><Relationship Id="rId46" Type="http://schemas.openxmlformats.org/officeDocument/2006/relationships/slide" Target="slides/slide29.xml"/><Relationship Id="rId45" Type="http://schemas.openxmlformats.org/officeDocument/2006/relationships/slide" Target="slides/slide28.xml"/><Relationship Id="rId107" Type="http://schemas.openxmlformats.org/officeDocument/2006/relationships/slide" Target="slides/slide90.xml"/><Relationship Id="rId106" Type="http://schemas.openxmlformats.org/officeDocument/2006/relationships/slide" Target="slides/slide89.xml"/><Relationship Id="rId105" Type="http://schemas.openxmlformats.org/officeDocument/2006/relationships/slide" Target="slides/slide88.xml"/><Relationship Id="rId104" Type="http://schemas.openxmlformats.org/officeDocument/2006/relationships/slide" Target="slides/slide87.xml"/><Relationship Id="rId109" Type="http://schemas.openxmlformats.org/officeDocument/2006/relationships/font" Target="fonts/PalatinoLinotype-regular.fntdata"/><Relationship Id="rId108" Type="http://schemas.openxmlformats.org/officeDocument/2006/relationships/slide" Target="slides/slide91.xml"/><Relationship Id="rId48" Type="http://schemas.openxmlformats.org/officeDocument/2006/relationships/slide" Target="slides/slide31.xml"/><Relationship Id="rId47" Type="http://schemas.openxmlformats.org/officeDocument/2006/relationships/slide" Target="slides/slide30.xml"/><Relationship Id="rId49" Type="http://schemas.openxmlformats.org/officeDocument/2006/relationships/slide" Target="slides/slide32.xml"/><Relationship Id="rId103" Type="http://schemas.openxmlformats.org/officeDocument/2006/relationships/slide" Target="slides/slide86.xml"/><Relationship Id="rId102" Type="http://schemas.openxmlformats.org/officeDocument/2006/relationships/slide" Target="slides/slide85.xml"/><Relationship Id="rId101" Type="http://schemas.openxmlformats.org/officeDocument/2006/relationships/slide" Target="slides/slide84.xml"/><Relationship Id="rId100" Type="http://schemas.openxmlformats.org/officeDocument/2006/relationships/slide" Target="slides/slide83.xml"/><Relationship Id="rId31" Type="http://schemas.openxmlformats.org/officeDocument/2006/relationships/slide" Target="slides/slide14.xml"/><Relationship Id="rId30" Type="http://schemas.openxmlformats.org/officeDocument/2006/relationships/slide" Target="slides/slide13.xml"/><Relationship Id="rId33" Type="http://schemas.openxmlformats.org/officeDocument/2006/relationships/slide" Target="slides/slide16.xml"/><Relationship Id="rId32" Type="http://schemas.openxmlformats.org/officeDocument/2006/relationships/slide" Target="slides/slide15.xml"/><Relationship Id="rId35" Type="http://schemas.openxmlformats.org/officeDocument/2006/relationships/slide" Target="slides/slide18.xml"/><Relationship Id="rId34" Type="http://schemas.openxmlformats.org/officeDocument/2006/relationships/slide" Target="slides/slide17.xml"/><Relationship Id="rId37" Type="http://schemas.openxmlformats.org/officeDocument/2006/relationships/slide" Target="slides/slide20.xml"/><Relationship Id="rId36" Type="http://schemas.openxmlformats.org/officeDocument/2006/relationships/slide" Target="slides/slide19.xml"/><Relationship Id="rId39" Type="http://schemas.openxmlformats.org/officeDocument/2006/relationships/slide" Target="slides/slide22.xml"/><Relationship Id="rId38" Type="http://schemas.openxmlformats.org/officeDocument/2006/relationships/slide" Target="slides/slide21.xml"/><Relationship Id="rId20" Type="http://schemas.openxmlformats.org/officeDocument/2006/relationships/slide" Target="slides/slide3.xml"/><Relationship Id="rId22" Type="http://schemas.openxmlformats.org/officeDocument/2006/relationships/slide" Target="slides/slide5.xml"/><Relationship Id="rId21" Type="http://schemas.openxmlformats.org/officeDocument/2006/relationships/slide" Target="slides/slide4.xml"/><Relationship Id="rId24" Type="http://schemas.openxmlformats.org/officeDocument/2006/relationships/slide" Target="slides/slide7.xml"/><Relationship Id="rId23" Type="http://schemas.openxmlformats.org/officeDocument/2006/relationships/slide" Target="slides/slide6.xml"/><Relationship Id="rId26" Type="http://schemas.openxmlformats.org/officeDocument/2006/relationships/slide" Target="slides/slide9.xml"/><Relationship Id="rId25" Type="http://schemas.openxmlformats.org/officeDocument/2006/relationships/slide" Target="slides/slide8.xml"/><Relationship Id="rId28" Type="http://schemas.openxmlformats.org/officeDocument/2006/relationships/slide" Target="slides/slide11.xml"/><Relationship Id="rId27" Type="http://schemas.openxmlformats.org/officeDocument/2006/relationships/slide" Target="slides/slide10.xml"/><Relationship Id="rId29" Type="http://schemas.openxmlformats.org/officeDocument/2006/relationships/slide" Target="slides/slide12.xml"/><Relationship Id="rId95" Type="http://schemas.openxmlformats.org/officeDocument/2006/relationships/slide" Target="slides/slide78.xml"/><Relationship Id="rId94" Type="http://schemas.openxmlformats.org/officeDocument/2006/relationships/slide" Target="slides/slide77.xml"/><Relationship Id="rId97" Type="http://schemas.openxmlformats.org/officeDocument/2006/relationships/slide" Target="slides/slide80.xml"/><Relationship Id="rId96" Type="http://schemas.openxmlformats.org/officeDocument/2006/relationships/slide" Target="slides/slide79.xml"/><Relationship Id="rId11" Type="http://schemas.openxmlformats.org/officeDocument/2006/relationships/slideMaster" Target="slideMasters/slideMaster7.xml"/><Relationship Id="rId99" Type="http://schemas.openxmlformats.org/officeDocument/2006/relationships/slide" Target="slides/slide82.xml"/><Relationship Id="rId10" Type="http://schemas.openxmlformats.org/officeDocument/2006/relationships/slideMaster" Target="slideMasters/slideMaster6.xml"/><Relationship Id="rId98" Type="http://schemas.openxmlformats.org/officeDocument/2006/relationships/slide" Target="slides/slide81.xml"/><Relationship Id="rId13" Type="http://schemas.openxmlformats.org/officeDocument/2006/relationships/slideMaster" Target="slideMasters/slideMaster9.xml"/><Relationship Id="rId12" Type="http://schemas.openxmlformats.org/officeDocument/2006/relationships/slideMaster" Target="slideMasters/slideMaster8.xml"/><Relationship Id="rId91" Type="http://schemas.openxmlformats.org/officeDocument/2006/relationships/slide" Target="slides/slide74.xml"/><Relationship Id="rId90" Type="http://schemas.openxmlformats.org/officeDocument/2006/relationships/slide" Target="slides/slide73.xml"/><Relationship Id="rId93" Type="http://schemas.openxmlformats.org/officeDocument/2006/relationships/slide" Target="slides/slide76.xml"/><Relationship Id="rId92" Type="http://schemas.openxmlformats.org/officeDocument/2006/relationships/slide" Target="slides/slide75.xml"/><Relationship Id="rId117" Type="http://customschemas.google.com/relationships/presentationmetadata" Target="metadata"/><Relationship Id="rId116" Type="http://schemas.openxmlformats.org/officeDocument/2006/relationships/font" Target="fonts/BookAntiqua-boldItalic.fntdata"/><Relationship Id="rId115" Type="http://schemas.openxmlformats.org/officeDocument/2006/relationships/font" Target="fonts/BookAntiqua-italic.fntdata"/><Relationship Id="rId15" Type="http://schemas.openxmlformats.org/officeDocument/2006/relationships/slideMaster" Target="slideMasters/slideMaster11.xml"/><Relationship Id="rId110" Type="http://schemas.openxmlformats.org/officeDocument/2006/relationships/font" Target="fonts/PalatinoLinotype-bold.fntdata"/><Relationship Id="rId14" Type="http://schemas.openxmlformats.org/officeDocument/2006/relationships/slideMaster" Target="slideMasters/slideMaster10.xml"/><Relationship Id="rId17" Type="http://schemas.openxmlformats.org/officeDocument/2006/relationships/notesMaster" Target="notesMasters/notesMaster1.xml"/><Relationship Id="rId16" Type="http://schemas.openxmlformats.org/officeDocument/2006/relationships/slideMaster" Target="slideMasters/slideMaster12.xml"/><Relationship Id="rId19" Type="http://schemas.openxmlformats.org/officeDocument/2006/relationships/slide" Target="slides/slide2.xml"/><Relationship Id="rId114" Type="http://schemas.openxmlformats.org/officeDocument/2006/relationships/font" Target="fonts/BookAntiqua-bold.fntdata"/><Relationship Id="rId18" Type="http://schemas.openxmlformats.org/officeDocument/2006/relationships/slide" Target="slides/slide1.xml"/><Relationship Id="rId113" Type="http://schemas.openxmlformats.org/officeDocument/2006/relationships/font" Target="fonts/BookAntiqua-regular.fntdata"/><Relationship Id="rId112" Type="http://schemas.openxmlformats.org/officeDocument/2006/relationships/font" Target="fonts/PalatinoLinotype-boldItalic.fntdata"/><Relationship Id="rId111" Type="http://schemas.openxmlformats.org/officeDocument/2006/relationships/font" Target="fonts/PalatinoLinotype-italic.fntdata"/><Relationship Id="rId84" Type="http://schemas.openxmlformats.org/officeDocument/2006/relationships/slide" Target="slides/slide67.xml"/><Relationship Id="rId83" Type="http://schemas.openxmlformats.org/officeDocument/2006/relationships/slide" Target="slides/slide66.xml"/><Relationship Id="rId86" Type="http://schemas.openxmlformats.org/officeDocument/2006/relationships/slide" Target="slides/slide69.xml"/><Relationship Id="rId85" Type="http://schemas.openxmlformats.org/officeDocument/2006/relationships/slide" Target="slides/slide68.xml"/><Relationship Id="rId88" Type="http://schemas.openxmlformats.org/officeDocument/2006/relationships/slide" Target="slides/slide71.xml"/><Relationship Id="rId87" Type="http://schemas.openxmlformats.org/officeDocument/2006/relationships/slide" Target="slides/slide70.xml"/><Relationship Id="rId89" Type="http://schemas.openxmlformats.org/officeDocument/2006/relationships/slide" Target="slides/slide72.xml"/><Relationship Id="rId80" Type="http://schemas.openxmlformats.org/officeDocument/2006/relationships/slide" Target="slides/slide63.xml"/><Relationship Id="rId82" Type="http://schemas.openxmlformats.org/officeDocument/2006/relationships/slide" Target="slides/slide65.xml"/><Relationship Id="rId81" Type="http://schemas.openxmlformats.org/officeDocument/2006/relationships/slide" Target="slides/slide64.xml"/><Relationship Id="rId1" Type="http://schemas.openxmlformats.org/officeDocument/2006/relationships/theme" Target="theme/theme7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73" Type="http://schemas.openxmlformats.org/officeDocument/2006/relationships/slide" Target="slides/slide56.xml"/><Relationship Id="rId72" Type="http://schemas.openxmlformats.org/officeDocument/2006/relationships/slide" Target="slides/slide55.xml"/><Relationship Id="rId75" Type="http://schemas.openxmlformats.org/officeDocument/2006/relationships/slide" Target="slides/slide58.xml"/><Relationship Id="rId74" Type="http://schemas.openxmlformats.org/officeDocument/2006/relationships/slide" Target="slides/slide57.xml"/><Relationship Id="rId77" Type="http://schemas.openxmlformats.org/officeDocument/2006/relationships/slide" Target="slides/slide60.xml"/><Relationship Id="rId76" Type="http://schemas.openxmlformats.org/officeDocument/2006/relationships/slide" Target="slides/slide59.xml"/><Relationship Id="rId79" Type="http://schemas.openxmlformats.org/officeDocument/2006/relationships/slide" Target="slides/slide62.xml"/><Relationship Id="rId78" Type="http://schemas.openxmlformats.org/officeDocument/2006/relationships/slide" Target="slides/slide61.xml"/><Relationship Id="rId71" Type="http://schemas.openxmlformats.org/officeDocument/2006/relationships/slide" Target="slides/slide54.xml"/><Relationship Id="rId70" Type="http://schemas.openxmlformats.org/officeDocument/2006/relationships/slide" Target="slides/slide53.xml"/><Relationship Id="rId62" Type="http://schemas.openxmlformats.org/officeDocument/2006/relationships/slide" Target="slides/slide45.xml"/><Relationship Id="rId61" Type="http://schemas.openxmlformats.org/officeDocument/2006/relationships/slide" Target="slides/slide44.xml"/><Relationship Id="rId64" Type="http://schemas.openxmlformats.org/officeDocument/2006/relationships/slide" Target="slides/slide47.xml"/><Relationship Id="rId63" Type="http://schemas.openxmlformats.org/officeDocument/2006/relationships/slide" Target="slides/slide46.xml"/><Relationship Id="rId66" Type="http://schemas.openxmlformats.org/officeDocument/2006/relationships/slide" Target="slides/slide49.xml"/><Relationship Id="rId65" Type="http://schemas.openxmlformats.org/officeDocument/2006/relationships/slide" Target="slides/slide48.xml"/><Relationship Id="rId68" Type="http://schemas.openxmlformats.org/officeDocument/2006/relationships/slide" Target="slides/slide51.xml"/><Relationship Id="rId67" Type="http://schemas.openxmlformats.org/officeDocument/2006/relationships/slide" Target="slides/slide50.xml"/><Relationship Id="rId60" Type="http://schemas.openxmlformats.org/officeDocument/2006/relationships/slide" Target="slides/slide43.xml"/><Relationship Id="rId69" Type="http://schemas.openxmlformats.org/officeDocument/2006/relationships/slide" Target="slides/slide52.xml"/><Relationship Id="rId51" Type="http://schemas.openxmlformats.org/officeDocument/2006/relationships/slide" Target="slides/slide34.xml"/><Relationship Id="rId50" Type="http://schemas.openxmlformats.org/officeDocument/2006/relationships/slide" Target="slides/slide33.xml"/><Relationship Id="rId53" Type="http://schemas.openxmlformats.org/officeDocument/2006/relationships/slide" Target="slides/slide36.xml"/><Relationship Id="rId52" Type="http://schemas.openxmlformats.org/officeDocument/2006/relationships/slide" Target="slides/slide35.xml"/><Relationship Id="rId55" Type="http://schemas.openxmlformats.org/officeDocument/2006/relationships/slide" Target="slides/slide38.xml"/><Relationship Id="rId54" Type="http://schemas.openxmlformats.org/officeDocument/2006/relationships/slide" Target="slides/slide37.xml"/><Relationship Id="rId57" Type="http://schemas.openxmlformats.org/officeDocument/2006/relationships/slide" Target="slides/slide40.xml"/><Relationship Id="rId56" Type="http://schemas.openxmlformats.org/officeDocument/2006/relationships/slide" Target="slides/slide39.xml"/><Relationship Id="rId59" Type="http://schemas.openxmlformats.org/officeDocument/2006/relationships/slide" Target="slides/slide42.xml"/><Relationship Id="rId58" Type="http://schemas.openxmlformats.org/officeDocument/2006/relationships/slide" Target="slides/slide4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84125" spcFirstLastPara="1" rIns="84125" wrap="square" tIns="381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" name="Google Shape;5;n"/>
          <p:cNvSpPr txBox="1"/>
          <p:nvPr/>
        </p:nvSpPr>
        <p:spPr>
          <a:xfrm>
            <a:off x="1617662" y="9266237"/>
            <a:ext cx="2940050" cy="273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Proprietary - 한국통신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see proprietary restrictions on the title page</a:t>
            </a:r>
            <a:endParaRPr/>
          </a:p>
        </p:txBody>
      </p:sp>
      <p:sp>
        <p:nvSpPr>
          <p:cNvPr id="6" name="Google Shape;6;n"/>
          <p:cNvSpPr txBox="1"/>
          <p:nvPr/>
        </p:nvSpPr>
        <p:spPr>
          <a:xfrm>
            <a:off x="5118100" y="9285287"/>
            <a:ext cx="8159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N-RM </a:t>
            </a:r>
            <a:fld id="{00000000-1234-1234-1234-123412341234}" type="slidenum">
              <a:rPr b="0" i="1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cxnSp>
        <p:nvCxnSpPr>
          <p:cNvPr id="7" name="Google Shape;7;n"/>
          <p:cNvCxnSpPr/>
          <p:nvPr/>
        </p:nvCxnSpPr>
        <p:spPr>
          <a:xfrm>
            <a:off x="588962" y="9210675"/>
            <a:ext cx="5448300" cy="95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5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6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8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8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9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0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1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:notes"/>
          <p:cNvSpPr/>
          <p:nvPr>
            <p:ph idx="2" type="sldImg"/>
          </p:nvPr>
        </p:nvSpPr>
        <p:spPr>
          <a:xfrm>
            <a:off x="676275" y="614362"/>
            <a:ext cx="5280025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22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3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4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5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6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7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8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8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9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9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0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0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1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2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2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3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3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4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5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5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6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6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7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7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8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8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9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9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0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0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1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1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2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2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3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3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4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4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5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5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6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6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7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47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8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8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9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9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0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50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1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51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2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52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3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3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4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4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5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55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6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6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7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57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8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58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9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59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0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60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1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61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2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62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3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63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4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64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5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65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6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66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7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67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8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68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9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69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0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70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1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71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2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72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3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73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4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74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5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75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6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76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7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77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8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78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9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79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80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80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81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81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82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82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83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83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84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84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85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85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86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86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87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87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88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88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89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89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90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90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91:notes"/>
          <p:cNvSpPr txBox="1"/>
          <p:nvPr>
            <p:ph idx="1" type="body"/>
          </p:nvPr>
        </p:nvSpPr>
        <p:spPr>
          <a:xfrm>
            <a:off x="631825" y="4445000"/>
            <a:ext cx="5381625" cy="4694237"/>
          </a:xfrm>
          <a:prstGeom prst="rect">
            <a:avLst/>
          </a:prstGeom>
        </p:spPr>
        <p:txBody>
          <a:bodyPr anchorCtr="0" anchor="t" bIns="38100" lIns="84125" spcFirstLastPara="1" rIns="84125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91:notes"/>
          <p:cNvSpPr/>
          <p:nvPr>
            <p:ph idx="2" type="sldImg"/>
          </p:nvPr>
        </p:nvSpPr>
        <p:spPr>
          <a:xfrm>
            <a:off x="674687" y="614362"/>
            <a:ext cx="5283200" cy="3654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3"/>
          <p:cNvSpPr txBox="1"/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3"/>
          <p:cNvSpPr txBox="1"/>
          <p:nvPr>
            <p:ph idx="1" type="subTitle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algn="ctr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720"/>
              </a:spcBef>
              <a:spcAft>
                <a:spcPts val="0"/>
              </a:spcAft>
              <a:buSzPts val="2200"/>
              <a:buNone/>
              <a:defRPr/>
            </a:lvl2pPr>
            <a:lvl3pPr lvl="2" algn="ctr">
              <a:spcBef>
                <a:spcPts val="60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540"/>
              </a:spcBef>
              <a:spcAft>
                <a:spcPts val="0"/>
              </a:spcAft>
              <a:buSzPts val="1080"/>
              <a:buFont typeface="Arial"/>
              <a:buNone/>
              <a:defRPr/>
            </a:lvl4pPr>
            <a:lvl5pPr lvl="4" algn="ctr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SzPts val="700"/>
              <a:buFont typeface="Book Antiqua"/>
              <a:buNone/>
              <a:defRPr/>
            </a:lvl5pPr>
            <a:lvl6pPr lvl="5" algn="ctr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SzPts val="700"/>
              <a:buFont typeface="Book Antiqua"/>
              <a:buNone/>
              <a:defRPr/>
            </a:lvl6pPr>
            <a:lvl7pPr lvl="6" algn="ctr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SzPts val="700"/>
              <a:buFont typeface="Book Antiqua"/>
              <a:buNone/>
              <a:defRPr/>
            </a:lvl7pPr>
            <a:lvl8pPr lvl="7" algn="ctr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SzPts val="700"/>
              <a:buFont typeface="Book Antiqua"/>
              <a:buNone/>
              <a:defRPr/>
            </a:lvl8pPr>
            <a:lvl9pPr lvl="8" algn="ctr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SzPts val="700"/>
              <a:buFont typeface="Book Antiqua"/>
              <a:buNone/>
              <a:defRPr/>
            </a:lvl9pPr>
          </a:lstStyle>
          <a:p/>
        </p:txBody>
      </p:sp>
      <p:sp>
        <p:nvSpPr>
          <p:cNvPr id="16" name="Google Shape;16;p93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3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5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5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540"/>
              </a:spcBef>
              <a:spcAft>
                <a:spcPts val="0"/>
              </a:spcAft>
              <a:buSzPts val="1800"/>
              <a:buChar char="❑"/>
              <a:defRPr/>
            </a:lvl1pPr>
            <a:lvl2pPr indent="-342900" lvl="1" marL="914400" algn="l">
              <a:spcBef>
                <a:spcPts val="540"/>
              </a:spcBef>
              <a:spcAft>
                <a:spcPts val="0"/>
              </a:spcAft>
              <a:buSzPts val="1800"/>
              <a:buChar char="•"/>
              <a:defRPr/>
            </a:lvl2pPr>
            <a:lvl3pPr indent="-297180" lvl="2" marL="1371600" algn="l">
              <a:spcBef>
                <a:spcPts val="540"/>
              </a:spcBef>
              <a:spcAft>
                <a:spcPts val="0"/>
              </a:spcAft>
              <a:buSzPts val="1080"/>
              <a:buChar char="●"/>
              <a:defRPr/>
            </a:lvl3pPr>
            <a:lvl4pPr indent="-297180" lvl="3" marL="1828800" algn="l">
              <a:spcBef>
                <a:spcPts val="540"/>
              </a:spcBef>
              <a:spcAft>
                <a:spcPts val="0"/>
              </a:spcAft>
              <a:buSzPts val="1080"/>
              <a:buChar char="–"/>
              <a:defRPr/>
            </a:lvl4pPr>
            <a:lvl5pPr indent="-28575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Char char="•"/>
              <a:defRPr/>
            </a:lvl9pPr>
          </a:lstStyle>
          <a:p/>
        </p:txBody>
      </p:sp>
      <p:sp>
        <p:nvSpPr>
          <p:cNvPr id="26" name="Google Shape;26;p95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5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8"/>
          <p:cNvSpPr txBox="1"/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8"/>
          <p:cNvSpPr txBox="1"/>
          <p:nvPr>
            <p:ph idx="1" type="body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SzPts val="960"/>
              <a:buNone/>
              <a:defRPr sz="16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SzPts val="840"/>
              <a:buFont typeface="Arial"/>
              <a:buNone/>
              <a:defRPr sz="1400"/>
            </a:lvl4pPr>
            <a:lvl5pPr indent="-228600" lvl="4" marL="22860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SzPts val="700"/>
              <a:buFont typeface="Book Antiqua"/>
              <a:buNone/>
              <a:defRPr sz="1400"/>
            </a:lvl5pPr>
            <a:lvl6pPr indent="-228600" lvl="5" marL="27432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SzPts val="700"/>
              <a:buFont typeface="Book Antiqua"/>
              <a:buNone/>
              <a:defRPr sz="1400"/>
            </a:lvl6pPr>
            <a:lvl7pPr indent="-228600" lvl="6" marL="32004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SzPts val="700"/>
              <a:buFont typeface="Book Antiqua"/>
              <a:buNone/>
              <a:defRPr sz="1400"/>
            </a:lvl7pPr>
            <a:lvl8pPr indent="-228600" lvl="7" marL="36576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SzPts val="700"/>
              <a:buFont typeface="Book Antiqua"/>
              <a:buNone/>
              <a:defRPr sz="1400"/>
            </a:lvl8pPr>
            <a:lvl9pPr indent="-228600" lvl="8" marL="41148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SzPts val="700"/>
              <a:buFont typeface="Book Antiqua"/>
              <a:buNone/>
              <a:defRPr sz="1400"/>
            </a:lvl9pPr>
          </a:lstStyle>
          <a:p/>
        </p:txBody>
      </p:sp>
      <p:sp>
        <p:nvSpPr>
          <p:cNvPr id="46" name="Google Shape;46;p98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8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0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0"/>
          <p:cNvSpPr txBox="1"/>
          <p:nvPr>
            <p:ph idx="1" type="body"/>
          </p:nvPr>
        </p:nvSpPr>
        <p:spPr>
          <a:xfrm>
            <a:off x="685800" y="914400"/>
            <a:ext cx="4217988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406400" lvl="0" marL="457200" algn="l">
              <a:lnSpc>
                <a:spcPct val="120000"/>
              </a:lnSpc>
              <a:spcBef>
                <a:spcPts val="840"/>
              </a:spcBef>
              <a:spcAft>
                <a:spcPts val="0"/>
              </a:spcAft>
              <a:buSzPts val="2800"/>
              <a:buChar char="❑"/>
              <a:defRPr sz="2800"/>
            </a:lvl1pPr>
            <a:lvl2pPr indent="-381000" lvl="1" marL="914400" algn="l">
              <a:spcBef>
                <a:spcPts val="840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04800" lvl="2" marL="1371600" algn="l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2000"/>
            </a:lvl3pPr>
            <a:lvl4pPr indent="-297180" lvl="3" marL="1828800" algn="l">
              <a:spcBef>
                <a:spcPts val="540"/>
              </a:spcBef>
              <a:spcAft>
                <a:spcPts val="0"/>
              </a:spcAft>
              <a:buSzPts val="1080"/>
              <a:buFont typeface="Arial"/>
              <a:buChar char="–"/>
              <a:defRPr sz="1800"/>
            </a:lvl4pPr>
            <a:lvl5pPr indent="-28575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Font typeface="Book Antiqua"/>
              <a:buChar char="•"/>
              <a:defRPr sz="1800"/>
            </a:lvl5pPr>
            <a:lvl6pPr indent="-28575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Font typeface="Book Antiqua"/>
              <a:buChar char="•"/>
              <a:defRPr sz="1800"/>
            </a:lvl6pPr>
            <a:lvl7pPr indent="-28575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Font typeface="Book Antiqua"/>
              <a:buChar char="•"/>
              <a:defRPr sz="1800"/>
            </a:lvl7pPr>
            <a:lvl8pPr indent="-28575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Font typeface="Book Antiqua"/>
              <a:buChar char="•"/>
              <a:defRPr sz="1800"/>
            </a:lvl8pPr>
            <a:lvl9pPr indent="-28575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Font typeface="Book Antiqua"/>
              <a:buChar char="•"/>
              <a:defRPr sz="1800"/>
            </a:lvl9pPr>
          </a:lstStyle>
          <a:p/>
        </p:txBody>
      </p:sp>
      <p:sp>
        <p:nvSpPr>
          <p:cNvPr id="58" name="Google Shape;58;p100"/>
          <p:cNvSpPr txBox="1"/>
          <p:nvPr>
            <p:ph idx="2" type="body"/>
          </p:nvPr>
        </p:nvSpPr>
        <p:spPr>
          <a:xfrm>
            <a:off x="5056188" y="914400"/>
            <a:ext cx="4217987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406400" lvl="0" marL="457200" algn="l">
              <a:lnSpc>
                <a:spcPct val="120000"/>
              </a:lnSpc>
              <a:spcBef>
                <a:spcPts val="840"/>
              </a:spcBef>
              <a:spcAft>
                <a:spcPts val="0"/>
              </a:spcAft>
              <a:buSzPts val="2800"/>
              <a:buChar char="❑"/>
              <a:defRPr sz="2800"/>
            </a:lvl1pPr>
            <a:lvl2pPr indent="-381000" lvl="1" marL="914400" algn="l">
              <a:spcBef>
                <a:spcPts val="840"/>
              </a:spcBef>
              <a:spcAft>
                <a:spcPts val="0"/>
              </a:spcAft>
              <a:buSzPts val="2400"/>
              <a:buChar char="•"/>
              <a:defRPr sz="2400"/>
            </a:lvl2pPr>
            <a:lvl3pPr indent="-304800" lvl="2" marL="1371600" algn="l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2000"/>
            </a:lvl3pPr>
            <a:lvl4pPr indent="-297180" lvl="3" marL="1828800" algn="l">
              <a:spcBef>
                <a:spcPts val="540"/>
              </a:spcBef>
              <a:spcAft>
                <a:spcPts val="0"/>
              </a:spcAft>
              <a:buSzPts val="1080"/>
              <a:buFont typeface="Arial"/>
              <a:buChar char="–"/>
              <a:defRPr sz="1800"/>
            </a:lvl4pPr>
            <a:lvl5pPr indent="-28575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Font typeface="Book Antiqua"/>
              <a:buChar char="•"/>
              <a:defRPr sz="1800"/>
            </a:lvl5pPr>
            <a:lvl6pPr indent="-28575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Font typeface="Book Antiqua"/>
              <a:buChar char="•"/>
              <a:defRPr sz="1800"/>
            </a:lvl6pPr>
            <a:lvl7pPr indent="-28575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Font typeface="Book Antiqua"/>
              <a:buChar char="•"/>
              <a:defRPr sz="1800"/>
            </a:lvl7pPr>
            <a:lvl8pPr indent="-28575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Font typeface="Book Antiqua"/>
              <a:buChar char="•"/>
              <a:defRPr sz="1800"/>
            </a:lvl8pPr>
            <a:lvl9pPr indent="-28575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Font typeface="Book Antiqua"/>
              <a:buChar char="•"/>
              <a:defRPr sz="1800"/>
            </a:lvl9pPr>
          </a:lstStyle>
          <a:p/>
        </p:txBody>
      </p:sp>
      <p:sp>
        <p:nvSpPr>
          <p:cNvPr id="59" name="Google Shape;59;p100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0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2"/>
          <p:cNvSpPr txBox="1"/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2"/>
          <p:cNvSpPr txBox="1"/>
          <p:nvPr>
            <p:ph idx="1" type="body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72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540"/>
              </a:spcBef>
              <a:spcAft>
                <a:spcPts val="0"/>
              </a:spcAft>
              <a:buSzPts val="1080"/>
              <a:buNone/>
              <a:defRPr b="1" sz="1800"/>
            </a:lvl3pPr>
            <a:lvl4pPr indent="-228600" lvl="3" marL="1828800" algn="l">
              <a:spcBef>
                <a:spcPts val="480"/>
              </a:spcBef>
              <a:spcAft>
                <a:spcPts val="0"/>
              </a:spcAft>
              <a:buSzPts val="960"/>
              <a:buFont typeface="Arial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None/>
              <a:defRPr b="1" sz="1600"/>
            </a:lvl9pPr>
          </a:lstStyle>
          <a:p/>
        </p:txBody>
      </p:sp>
      <p:sp>
        <p:nvSpPr>
          <p:cNvPr id="71" name="Google Shape;71;p102"/>
          <p:cNvSpPr txBox="1"/>
          <p:nvPr>
            <p:ph idx="2" type="body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algn="l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SzPts val="2400"/>
              <a:buChar char="❑"/>
              <a:defRPr sz="2400"/>
            </a:lvl1pPr>
            <a:lvl2pPr indent="-355600" lvl="1" marL="914400" algn="l">
              <a:spcBef>
                <a:spcPts val="72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297180" lvl="2" marL="1371600" algn="l">
              <a:spcBef>
                <a:spcPts val="540"/>
              </a:spcBef>
              <a:spcAft>
                <a:spcPts val="0"/>
              </a:spcAft>
              <a:buSzPts val="1080"/>
              <a:buChar char="●"/>
              <a:defRPr sz="1800"/>
            </a:lvl3pPr>
            <a:lvl4pPr indent="-289560" lvl="3" marL="1828800" algn="l">
              <a:spcBef>
                <a:spcPts val="480"/>
              </a:spcBef>
              <a:spcAft>
                <a:spcPts val="0"/>
              </a:spcAft>
              <a:buSzPts val="960"/>
              <a:buFont typeface="Arial"/>
              <a:buChar char="–"/>
              <a:defRPr sz="1600"/>
            </a:lvl4pPr>
            <a:lvl5pPr indent="-2794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Char char="•"/>
              <a:defRPr sz="1600"/>
            </a:lvl5pPr>
            <a:lvl6pPr indent="-2794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Char char="•"/>
              <a:defRPr sz="1600"/>
            </a:lvl6pPr>
            <a:lvl7pPr indent="-2794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Char char="•"/>
              <a:defRPr sz="1600"/>
            </a:lvl7pPr>
            <a:lvl8pPr indent="-2794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Char char="•"/>
              <a:defRPr sz="1600"/>
            </a:lvl8pPr>
            <a:lvl9pPr indent="-2794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Char char="•"/>
              <a:defRPr sz="1600"/>
            </a:lvl9pPr>
          </a:lstStyle>
          <a:p/>
        </p:txBody>
      </p:sp>
      <p:sp>
        <p:nvSpPr>
          <p:cNvPr id="72" name="Google Shape;72;p102"/>
          <p:cNvSpPr txBox="1"/>
          <p:nvPr>
            <p:ph idx="3" type="body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72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540"/>
              </a:spcBef>
              <a:spcAft>
                <a:spcPts val="0"/>
              </a:spcAft>
              <a:buSzPts val="1080"/>
              <a:buNone/>
              <a:defRPr b="1" sz="1800"/>
            </a:lvl3pPr>
            <a:lvl4pPr indent="-228600" lvl="3" marL="1828800" algn="l">
              <a:spcBef>
                <a:spcPts val="480"/>
              </a:spcBef>
              <a:spcAft>
                <a:spcPts val="0"/>
              </a:spcAft>
              <a:buSzPts val="960"/>
              <a:buFont typeface="Arial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None/>
              <a:defRPr b="1" sz="1600"/>
            </a:lvl9pPr>
          </a:lstStyle>
          <a:p/>
        </p:txBody>
      </p:sp>
      <p:sp>
        <p:nvSpPr>
          <p:cNvPr id="73" name="Google Shape;73;p102"/>
          <p:cNvSpPr txBox="1"/>
          <p:nvPr>
            <p:ph idx="4" type="body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algn="l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SzPts val="2400"/>
              <a:buChar char="❑"/>
              <a:defRPr sz="2400"/>
            </a:lvl1pPr>
            <a:lvl2pPr indent="-355600" lvl="1" marL="914400" algn="l">
              <a:spcBef>
                <a:spcPts val="72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297180" lvl="2" marL="1371600" algn="l">
              <a:spcBef>
                <a:spcPts val="540"/>
              </a:spcBef>
              <a:spcAft>
                <a:spcPts val="0"/>
              </a:spcAft>
              <a:buSzPts val="1080"/>
              <a:buChar char="●"/>
              <a:defRPr sz="1800"/>
            </a:lvl3pPr>
            <a:lvl4pPr indent="-289560" lvl="3" marL="1828800" algn="l">
              <a:spcBef>
                <a:spcPts val="480"/>
              </a:spcBef>
              <a:spcAft>
                <a:spcPts val="0"/>
              </a:spcAft>
              <a:buSzPts val="960"/>
              <a:buFont typeface="Arial"/>
              <a:buChar char="–"/>
              <a:defRPr sz="1600"/>
            </a:lvl4pPr>
            <a:lvl5pPr indent="-279400" lvl="4" marL="22860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Char char="•"/>
              <a:defRPr sz="1600"/>
            </a:lvl5pPr>
            <a:lvl6pPr indent="-279400" lvl="5" marL="2743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Char char="•"/>
              <a:defRPr sz="1600"/>
            </a:lvl6pPr>
            <a:lvl7pPr indent="-279400" lvl="6" marL="3200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Char char="•"/>
              <a:defRPr sz="1600"/>
            </a:lvl7pPr>
            <a:lvl8pPr indent="-279400" lvl="7" marL="3657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Char char="•"/>
              <a:defRPr sz="1600"/>
            </a:lvl8pPr>
            <a:lvl9pPr indent="-279400" lvl="8" marL="41148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800"/>
              <a:buFont typeface="Book Antiqua"/>
              <a:buChar char="•"/>
              <a:defRPr sz="1600"/>
            </a:lvl9pPr>
          </a:lstStyle>
          <a:p/>
        </p:txBody>
      </p:sp>
      <p:sp>
        <p:nvSpPr>
          <p:cNvPr id="74" name="Google Shape;74;p102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2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4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4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4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6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06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8"/>
          <p:cNvSpPr txBox="1"/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8"/>
          <p:cNvSpPr txBox="1"/>
          <p:nvPr>
            <p:ph idx="1" type="body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431800" lvl="0" marL="457200" algn="l">
              <a:lnSpc>
                <a:spcPct val="120000"/>
              </a:lnSpc>
              <a:spcBef>
                <a:spcPts val="960"/>
              </a:spcBef>
              <a:spcAft>
                <a:spcPts val="0"/>
              </a:spcAft>
              <a:buSzPts val="3200"/>
              <a:buChar char="❑"/>
              <a:defRPr sz="3200"/>
            </a:lvl1pPr>
            <a:lvl2pPr indent="-406400" lvl="1" marL="914400" algn="l">
              <a:spcBef>
                <a:spcPts val="960"/>
              </a:spcBef>
              <a:spcAft>
                <a:spcPts val="0"/>
              </a:spcAft>
              <a:buSzPts val="2800"/>
              <a:buChar char="•"/>
              <a:defRPr sz="2800"/>
            </a:lvl2pPr>
            <a:lvl3pPr indent="-320039" lvl="2" marL="1371600" algn="l">
              <a:spcBef>
                <a:spcPts val="720"/>
              </a:spcBef>
              <a:spcAft>
                <a:spcPts val="0"/>
              </a:spcAft>
              <a:buSzPts val="1440"/>
              <a:buChar char="●"/>
              <a:defRPr sz="2400"/>
            </a:lvl3pPr>
            <a:lvl4pPr indent="-304800" lvl="3" marL="1828800" algn="l">
              <a:spcBef>
                <a:spcPts val="600"/>
              </a:spcBef>
              <a:spcAft>
                <a:spcPts val="0"/>
              </a:spcAft>
              <a:buSzPts val="1200"/>
              <a:buFont typeface="Arial"/>
              <a:buChar char="–"/>
              <a:defRPr sz="2000"/>
            </a:lvl4pPr>
            <a:lvl5pPr indent="-2921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Book Antiqua"/>
              <a:buChar char="•"/>
              <a:defRPr sz="2000"/>
            </a:lvl5pPr>
            <a:lvl6pPr indent="-2921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Book Antiqua"/>
              <a:buChar char="•"/>
              <a:defRPr sz="2000"/>
            </a:lvl6pPr>
            <a:lvl7pPr indent="-2921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Book Antiqua"/>
              <a:buChar char="•"/>
              <a:defRPr sz="2000"/>
            </a:lvl7pPr>
            <a:lvl8pPr indent="-2921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Book Antiqua"/>
              <a:buChar char="•"/>
              <a:defRPr sz="2000"/>
            </a:lvl8pPr>
            <a:lvl9pPr indent="-2921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Book Antiqua"/>
              <a:buChar char="•"/>
              <a:defRPr sz="2000"/>
            </a:lvl9pPr>
          </a:lstStyle>
          <a:p/>
        </p:txBody>
      </p:sp>
      <p:sp>
        <p:nvSpPr>
          <p:cNvPr id="107" name="Google Shape;107;p108"/>
          <p:cNvSpPr txBox="1"/>
          <p:nvPr>
            <p:ph idx="2" type="body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42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600"/>
              <a:buNone/>
              <a:defRPr sz="1000"/>
            </a:lvl3pPr>
            <a:lvl4pPr indent="-228600" lvl="3" marL="1828800" algn="l">
              <a:spcBef>
                <a:spcPts val="270"/>
              </a:spcBef>
              <a:spcAft>
                <a:spcPts val="0"/>
              </a:spcAft>
              <a:buSzPts val="540"/>
              <a:buFont typeface="Arial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270"/>
              </a:spcBef>
              <a:spcAft>
                <a:spcPts val="0"/>
              </a:spcAft>
              <a:buSzPts val="450"/>
              <a:buFont typeface="Book Antiqua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270"/>
              </a:spcBef>
              <a:spcAft>
                <a:spcPts val="0"/>
              </a:spcAft>
              <a:buSzPts val="450"/>
              <a:buFont typeface="Book Antiqua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270"/>
              </a:spcBef>
              <a:spcAft>
                <a:spcPts val="0"/>
              </a:spcAft>
              <a:buSzPts val="450"/>
              <a:buFont typeface="Book Antiqua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270"/>
              </a:spcBef>
              <a:spcAft>
                <a:spcPts val="0"/>
              </a:spcAft>
              <a:buSzPts val="450"/>
              <a:buFont typeface="Book Antiqua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270"/>
              </a:spcBef>
              <a:spcAft>
                <a:spcPts val="0"/>
              </a:spcAft>
              <a:buSzPts val="450"/>
              <a:buFont typeface="Book Antiqua"/>
              <a:buNone/>
              <a:defRPr sz="900"/>
            </a:lvl9pPr>
          </a:lstStyle>
          <a:p/>
        </p:txBody>
      </p:sp>
      <p:sp>
        <p:nvSpPr>
          <p:cNvPr id="108" name="Google Shape;108;p108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08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0"/>
          <p:cNvSpPr txBox="1"/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0"/>
          <p:cNvSpPr/>
          <p:nvPr>
            <p:ph idx="2" type="pic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110"/>
          <p:cNvSpPr txBox="1"/>
          <p:nvPr>
            <p:ph idx="1" type="body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42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600"/>
              <a:buNone/>
              <a:defRPr sz="1000"/>
            </a:lvl3pPr>
            <a:lvl4pPr indent="-228600" lvl="3" marL="1828800" algn="l">
              <a:spcBef>
                <a:spcPts val="270"/>
              </a:spcBef>
              <a:spcAft>
                <a:spcPts val="0"/>
              </a:spcAft>
              <a:buSzPts val="540"/>
              <a:buFont typeface="Arial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270"/>
              </a:spcBef>
              <a:spcAft>
                <a:spcPts val="0"/>
              </a:spcAft>
              <a:buSzPts val="450"/>
              <a:buFont typeface="Book Antiqua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270"/>
              </a:spcBef>
              <a:spcAft>
                <a:spcPts val="0"/>
              </a:spcAft>
              <a:buSzPts val="450"/>
              <a:buFont typeface="Book Antiqua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270"/>
              </a:spcBef>
              <a:spcAft>
                <a:spcPts val="0"/>
              </a:spcAft>
              <a:buSzPts val="450"/>
              <a:buFont typeface="Book Antiqua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270"/>
              </a:spcBef>
              <a:spcAft>
                <a:spcPts val="0"/>
              </a:spcAft>
              <a:buSzPts val="450"/>
              <a:buFont typeface="Book Antiqua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270"/>
              </a:spcBef>
              <a:spcAft>
                <a:spcPts val="0"/>
              </a:spcAft>
              <a:buSzPts val="450"/>
              <a:buFont typeface="Book Antiqua"/>
              <a:buNone/>
              <a:defRPr sz="900"/>
            </a:lvl9pPr>
          </a:lstStyle>
          <a:p/>
        </p:txBody>
      </p:sp>
      <p:sp>
        <p:nvSpPr>
          <p:cNvPr id="121" name="Google Shape;121;p110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10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2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12"/>
          <p:cNvSpPr txBox="1"/>
          <p:nvPr>
            <p:ph idx="1" type="body"/>
          </p:nvPr>
        </p:nvSpPr>
        <p:spPr>
          <a:xfrm rot="5400000">
            <a:off x="2312988" y="-712787"/>
            <a:ext cx="5334000" cy="858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540"/>
              </a:spcBef>
              <a:spcAft>
                <a:spcPts val="0"/>
              </a:spcAft>
              <a:buSzPts val="1800"/>
              <a:buChar char="❑"/>
              <a:defRPr/>
            </a:lvl1pPr>
            <a:lvl2pPr indent="-342900" lvl="1" marL="914400" algn="l">
              <a:spcBef>
                <a:spcPts val="540"/>
              </a:spcBef>
              <a:spcAft>
                <a:spcPts val="0"/>
              </a:spcAft>
              <a:buSzPts val="1800"/>
              <a:buChar char="•"/>
              <a:defRPr/>
            </a:lvl2pPr>
            <a:lvl3pPr indent="-297180" lvl="2" marL="1371600" algn="l">
              <a:spcBef>
                <a:spcPts val="540"/>
              </a:spcBef>
              <a:spcAft>
                <a:spcPts val="0"/>
              </a:spcAft>
              <a:buSzPts val="1080"/>
              <a:buChar char="●"/>
              <a:defRPr/>
            </a:lvl3pPr>
            <a:lvl4pPr indent="-297180" lvl="3" marL="1828800" algn="l">
              <a:spcBef>
                <a:spcPts val="540"/>
              </a:spcBef>
              <a:spcAft>
                <a:spcPts val="0"/>
              </a:spcAft>
              <a:buSzPts val="1080"/>
              <a:buChar char="–"/>
              <a:defRPr/>
            </a:lvl4pPr>
            <a:lvl5pPr indent="-28575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Char char="•"/>
              <a:defRPr/>
            </a:lvl9pPr>
          </a:lstStyle>
          <a:p/>
        </p:txBody>
      </p:sp>
      <p:sp>
        <p:nvSpPr>
          <p:cNvPr id="133" name="Google Shape;133;p112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12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4"/>
          <p:cNvSpPr txBox="1"/>
          <p:nvPr>
            <p:ph type="title"/>
          </p:nvPr>
        </p:nvSpPr>
        <p:spPr>
          <a:xfrm rot="5400000">
            <a:off x="5232401" y="2176463"/>
            <a:ext cx="5989637" cy="2154238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14"/>
          <p:cNvSpPr txBox="1"/>
          <p:nvPr>
            <p:ph idx="1" type="body"/>
          </p:nvPr>
        </p:nvSpPr>
        <p:spPr>
          <a:xfrm rot="5400000">
            <a:off x="846931" y="97632"/>
            <a:ext cx="5989637" cy="63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540"/>
              </a:spcBef>
              <a:spcAft>
                <a:spcPts val="0"/>
              </a:spcAft>
              <a:buSzPts val="1800"/>
              <a:buChar char="❑"/>
              <a:defRPr/>
            </a:lvl1pPr>
            <a:lvl2pPr indent="-342900" lvl="1" marL="914400" algn="l">
              <a:spcBef>
                <a:spcPts val="540"/>
              </a:spcBef>
              <a:spcAft>
                <a:spcPts val="0"/>
              </a:spcAft>
              <a:buSzPts val="1800"/>
              <a:buChar char="•"/>
              <a:defRPr/>
            </a:lvl2pPr>
            <a:lvl3pPr indent="-297180" lvl="2" marL="1371600" algn="l">
              <a:spcBef>
                <a:spcPts val="540"/>
              </a:spcBef>
              <a:spcAft>
                <a:spcPts val="0"/>
              </a:spcAft>
              <a:buSzPts val="1080"/>
              <a:buChar char="●"/>
              <a:defRPr/>
            </a:lvl3pPr>
            <a:lvl4pPr indent="-297180" lvl="3" marL="1828800" algn="l">
              <a:spcBef>
                <a:spcPts val="540"/>
              </a:spcBef>
              <a:spcAft>
                <a:spcPts val="0"/>
              </a:spcAft>
              <a:buSzPts val="1080"/>
              <a:buChar char="–"/>
              <a:defRPr/>
            </a:lvl4pPr>
            <a:lvl5pPr indent="-285750" lvl="4" marL="22860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Char char="•"/>
              <a:defRPr/>
            </a:lvl5pPr>
            <a:lvl6pPr indent="-285750" lvl="5" marL="27432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Char char="•"/>
              <a:defRPr/>
            </a:lvl6pPr>
            <a:lvl7pPr indent="-285750" lvl="6" marL="32004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Char char="•"/>
              <a:defRPr/>
            </a:lvl7pPr>
            <a:lvl8pPr indent="-285750" lvl="7" marL="3657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Char char="•"/>
              <a:defRPr/>
            </a:lvl8pPr>
            <a:lvl9pPr indent="-285750" lvl="8" marL="41148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SzPts val="900"/>
              <a:buChar char="•"/>
              <a:defRPr/>
            </a:lvl9pPr>
          </a:lstStyle>
          <a:p/>
        </p:txBody>
      </p:sp>
      <p:sp>
        <p:nvSpPr>
          <p:cNvPr id="145" name="Google Shape;145;p114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14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8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12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2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13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3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6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11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9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92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2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marR="0" rtl="0" algn="l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718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–"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-273050" lvl="5" marL="27432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-273050" lvl="6" marL="32004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-273050" lvl="7" marL="36576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-273050" lvl="8" marL="41148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1" name="Google Shape;11;p92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2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4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94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marR="0" rtl="0" algn="l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718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–"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-273050" lvl="5" marL="27432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-273050" lvl="6" marL="32004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-273050" lvl="7" marL="36576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-273050" lvl="8" marL="41148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21" name="Google Shape;21;p94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94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6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96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96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marR="0" rtl="0" algn="l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718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–"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-273050" lvl="5" marL="27432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-273050" lvl="6" marL="32004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-273050" lvl="7" marL="36576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-273050" lvl="8" marL="41148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32" name="Google Shape;32;p96"/>
          <p:cNvSpPr/>
          <p:nvPr/>
        </p:nvSpPr>
        <p:spPr>
          <a:xfrm>
            <a:off x="2514600" y="6400800"/>
            <a:ext cx="6384925" cy="65087"/>
          </a:xfrm>
          <a:prstGeom prst="octagon">
            <a:avLst>
              <a:gd fmla="val 6325" name="adj"/>
            </a:avLst>
          </a:prstGeom>
          <a:solidFill>
            <a:srgbClr val="063DE8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96"/>
          <p:cNvSpPr txBox="1"/>
          <p:nvPr/>
        </p:nvSpPr>
        <p:spPr>
          <a:xfrm>
            <a:off x="8769350" y="6457950"/>
            <a:ext cx="4667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D13"/>
              </a:buClr>
              <a:buSzPts val="1600"/>
              <a:buFont typeface="Book Antiqua"/>
              <a:buNone/>
            </a:pPr>
            <a:fld id="{00000000-1234-1234-1234-123412341234}" type="slidenum">
              <a:rPr b="1" i="0" lang="en-US" sz="1600" u="none">
                <a:solidFill>
                  <a:srgbClr val="0F4D13"/>
                </a:solidFill>
                <a:latin typeface="Book Antiqua"/>
                <a:ea typeface="Book Antiqua"/>
                <a:cs typeface="Book Antiqua"/>
                <a:sym typeface="Book Antiqua"/>
              </a:rPr>
              <a:t>‹#›</a:t>
            </a:fld>
            <a:endParaRPr/>
          </a:p>
        </p:txBody>
      </p:sp>
      <p:sp>
        <p:nvSpPr>
          <p:cNvPr id="34" name="Google Shape;34;p96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96"/>
          <p:cNvSpPr txBox="1"/>
          <p:nvPr>
            <p:ph idx="12" type="sldNum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E89"/>
              </a:buClr>
              <a:buSzPts val="1200"/>
              <a:buFont typeface="Arial"/>
              <a:buNone/>
              <a:defRPr b="0" i="0" sz="1200" u="none">
                <a:solidFill>
                  <a:srgbClr val="FBFE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E89"/>
              </a:buClr>
              <a:buSzPts val="1200"/>
              <a:buFont typeface="Arial"/>
              <a:buNone/>
              <a:defRPr b="0" i="0" sz="1200" u="none">
                <a:solidFill>
                  <a:srgbClr val="FBFE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E89"/>
              </a:buClr>
              <a:buSzPts val="1200"/>
              <a:buFont typeface="Arial"/>
              <a:buNone/>
              <a:defRPr b="0" i="0" sz="1200" u="none">
                <a:solidFill>
                  <a:srgbClr val="FBFE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E89"/>
              </a:buClr>
              <a:buSzPts val="1200"/>
              <a:buFont typeface="Arial"/>
              <a:buNone/>
              <a:defRPr b="0" i="0" sz="1200" u="none">
                <a:solidFill>
                  <a:srgbClr val="FBFE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E89"/>
              </a:buClr>
              <a:buSzPts val="1200"/>
              <a:buFont typeface="Arial"/>
              <a:buNone/>
              <a:defRPr b="0" i="0" sz="1200" u="none">
                <a:solidFill>
                  <a:srgbClr val="FBFE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E89"/>
              </a:buClr>
              <a:buSzPts val="1200"/>
              <a:buFont typeface="Arial"/>
              <a:buNone/>
              <a:defRPr b="0" i="0" sz="1200" u="none">
                <a:solidFill>
                  <a:srgbClr val="FBFE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E89"/>
              </a:buClr>
              <a:buSzPts val="1200"/>
              <a:buFont typeface="Arial"/>
              <a:buNone/>
              <a:defRPr b="0" i="0" sz="1200" u="none">
                <a:solidFill>
                  <a:srgbClr val="FBFE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E89"/>
              </a:buClr>
              <a:buSzPts val="1200"/>
              <a:buFont typeface="Arial"/>
              <a:buNone/>
              <a:defRPr b="0" i="0" sz="1200" u="none">
                <a:solidFill>
                  <a:srgbClr val="FBFE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BFE89"/>
              </a:buClr>
              <a:buSzPts val="1200"/>
              <a:buFont typeface="Arial"/>
              <a:buNone/>
              <a:defRPr b="0" i="0" sz="1200" u="none">
                <a:solidFill>
                  <a:srgbClr val="FBFE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7"/>
          <p:cNvSpPr/>
          <p:nvPr/>
        </p:nvSpPr>
        <p:spPr>
          <a:xfrm>
            <a:off x="2514600" y="6400800"/>
            <a:ext cx="6384925" cy="65087"/>
          </a:xfrm>
          <a:prstGeom prst="octagon">
            <a:avLst>
              <a:gd fmla="val 6325" name="adj"/>
            </a:avLst>
          </a:prstGeom>
          <a:solidFill>
            <a:srgbClr val="063DE8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97"/>
          <p:cNvSpPr txBox="1"/>
          <p:nvPr/>
        </p:nvSpPr>
        <p:spPr>
          <a:xfrm>
            <a:off x="8769350" y="6457950"/>
            <a:ext cx="4667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D13"/>
              </a:buClr>
              <a:buSzPts val="1600"/>
              <a:buFont typeface="Book Antiqua"/>
              <a:buNone/>
            </a:pPr>
            <a:fld id="{00000000-1234-1234-1234-123412341234}" type="slidenum">
              <a:rPr b="1" i="0" lang="en-US" sz="1600" u="none">
                <a:solidFill>
                  <a:srgbClr val="0F4D13"/>
                </a:solidFill>
                <a:latin typeface="Book Antiqua"/>
                <a:ea typeface="Book Antiqua"/>
                <a:cs typeface="Book Antiqua"/>
                <a:sym typeface="Book Antiqua"/>
              </a:rPr>
              <a:t>‹#›</a:t>
            </a:fld>
            <a:endParaRPr/>
          </a:p>
        </p:txBody>
      </p:sp>
      <p:sp>
        <p:nvSpPr>
          <p:cNvPr id="39" name="Google Shape;39;p97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97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marR="0" rtl="0" algn="l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718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–"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-273050" lvl="5" marL="27432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-273050" lvl="6" marL="32004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-273050" lvl="7" marL="36576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-273050" lvl="8" marL="41148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41" name="Google Shape;41;p97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97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9"/>
          <p:cNvSpPr/>
          <p:nvPr/>
        </p:nvSpPr>
        <p:spPr>
          <a:xfrm>
            <a:off x="2514600" y="6400800"/>
            <a:ext cx="6384925" cy="65087"/>
          </a:xfrm>
          <a:prstGeom prst="octagon">
            <a:avLst>
              <a:gd fmla="val 6325" name="adj"/>
            </a:avLst>
          </a:prstGeom>
          <a:solidFill>
            <a:srgbClr val="063DE8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99"/>
          <p:cNvSpPr txBox="1"/>
          <p:nvPr/>
        </p:nvSpPr>
        <p:spPr>
          <a:xfrm>
            <a:off x="8769350" y="6457950"/>
            <a:ext cx="4667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D13"/>
              </a:buClr>
              <a:buSzPts val="1600"/>
              <a:buFont typeface="Book Antiqua"/>
              <a:buNone/>
            </a:pPr>
            <a:fld id="{00000000-1234-1234-1234-123412341234}" type="slidenum">
              <a:rPr b="1" i="0" lang="en-US" sz="1600" u="none">
                <a:solidFill>
                  <a:srgbClr val="0F4D13"/>
                </a:solidFill>
                <a:latin typeface="Book Antiqua"/>
                <a:ea typeface="Book Antiqua"/>
                <a:cs typeface="Book Antiqua"/>
                <a:sym typeface="Book Antiqua"/>
              </a:rPr>
              <a:t>‹#›</a:t>
            </a:fld>
            <a:endParaRPr/>
          </a:p>
        </p:txBody>
      </p:sp>
      <p:sp>
        <p:nvSpPr>
          <p:cNvPr id="51" name="Google Shape;51;p99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99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marR="0" rtl="0" algn="l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718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–"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-273050" lvl="5" marL="27432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-273050" lvl="6" marL="32004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-273050" lvl="7" marL="36576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-273050" lvl="8" marL="41148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53" name="Google Shape;53;p99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99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1"/>
          <p:cNvSpPr/>
          <p:nvPr/>
        </p:nvSpPr>
        <p:spPr>
          <a:xfrm>
            <a:off x="2514600" y="6400800"/>
            <a:ext cx="6384925" cy="65087"/>
          </a:xfrm>
          <a:prstGeom prst="octagon">
            <a:avLst>
              <a:gd fmla="val 6325" name="adj"/>
            </a:avLst>
          </a:prstGeom>
          <a:solidFill>
            <a:srgbClr val="063DE8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01"/>
          <p:cNvSpPr txBox="1"/>
          <p:nvPr/>
        </p:nvSpPr>
        <p:spPr>
          <a:xfrm>
            <a:off x="8769350" y="6457950"/>
            <a:ext cx="4667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D13"/>
              </a:buClr>
              <a:buSzPts val="1600"/>
              <a:buFont typeface="Book Antiqua"/>
              <a:buNone/>
            </a:pPr>
            <a:fld id="{00000000-1234-1234-1234-123412341234}" type="slidenum">
              <a:rPr b="1" i="0" lang="en-US" sz="1600" u="none">
                <a:solidFill>
                  <a:srgbClr val="0F4D13"/>
                </a:solidFill>
                <a:latin typeface="Book Antiqua"/>
                <a:ea typeface="Book Antiqua"/>
                <a:cs typeface="Book Antiqua"/>
                <a:sym typeface="Book Antiqua"/>
              </a:rPr>
              <a:t>‹#›</a:t>
            </a:fld>
            <a:endParaRPr/>
          </a:p>
        </p:txBody>
      </p:sp>
      <p:sp>
        <p:nvSpPr>
          <p:cNvPr id="64" name="Google Shape;64;p101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01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marR="0" rtl="0" algn="l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718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–"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-273050" lvl="5" marL="27432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-273050" lvl="6" marL="32004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-273050" lvl="7" marL="36576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-273050" lvl="8" marL="41148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66" name="Google Shape;66;p101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01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3"/>
          <p:cNvSpPr/>
          <p:nvPr/>
        </p:nvSpPr>
        <p:spPr>
          <a:xfrm>
            <a:off x="2514600" y="6400800"/>
            <a:ext cx="6384925" cy="65087"/>
          </a:xfrm>
          <a:prstGeom prst="octagon">
            <a:avLst>
              <a:gd fmla="val 6325" name="adj"/>
            </a:avLst>
          </a:prstGeom>
          <a:solidFill>
            <a:srgbClr val="063DE8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03"/>
          <p:cNvSpPr txBox="1"/>
          <p:nvPr/>
        </p:nvSpPr>
        <p:spPr>
          <a:xfrm>
            <a:off x="8769350" y="6457950"/>
            <a:ext cx="4667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D13"/>
              </a:buClr>
              <a:buSzPts val="1600"/>
              <a:buFont typeface="Book Antiqua"/>
              <a:buNone/>
            </a:pPr>
            <a:fld id="{00000000-1234-1234-1234-123412341234}" type="slidenum">
              <a:rPr b="1" i="0" lang="en-US" sz="1600" u="none">
                <a:solidFill>
                  <a:srgbClr val="0F4D13"/>
                </a:solidFill>
                <a:latin typeface="Book Antiqua"/>
                <a:ea typeface="Book Antiqua"/>
                <a:cs typeface="Book Antiqua"/>
                <a:sym typeface="Book Antiqua"/>
              </a:rPr>
              <a:t>‹#›</a:t>
            </a:fld>
            <a:endParaRPr/>
          </a:p>
        </p:txBody>
      </p:sp>
      <p:sp>
        <p:nvSpPr>
          <p:cNvPr id="79" name="Google Shape;79;p103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03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marR="0" rtl="0" algn="l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718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–"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-273050" lvl="5" marL="27432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-273050" lvl="6" marL="32004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-273050" lvl="7" marL="36576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-273050" lvl="8" marL="41148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81" name="Google Shape;81;p103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03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5"/>
          <p:cNvSpPr/>
          <p:nvPr/>
        </p:nvSpPr>
        <p:spPr>
          <a:xfrm>
            <a:off x="2514600" y="6400800"/>
            <a:ext cx="6384925" cy="65087"/>
          </a:xfrm>
          <a:prstGeom prst="octagon">
            <a:avLst>
              <a:gd fmla="val 6325" name="adj"/>
            </a:avLst>
          </a:prstGeom>
          <a:solidFill>
            <a:srgbClr val="063DE8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05"/>
          <p:cNvSpPr txBox="1"/>
          <p:nvPr/>
        </p:nvSpPr>
        <p:spPr>
          <a:xfrm>
            <a:off x="8769350" y="6457950"/>
            <a:ext cx="4667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D13"/>
              </a:buClr>
              <a:buSzPts val="1600"/>
              <a:buFont typeface="Book Antiqua"/>
              <a:buNone/>
            </a:pPr>
            <a:fld id="{00000000-1234-1234-1234-123412341234}" type="slidenum">
              <a:rPr b="1" i="0" lang="en-US" sz="1600" u="none">
                <a:solidFill>
                  <a:srgbClr val="0F4D13"/>
                </a:solidFill>
                <a:latin typeface="Book Antiqua"/>
                <a:ea typeface="Book Antiqua"/>
                <a:cs typeface="Book Antiqua"/>
                <a:sym typeface="Book Antiqua"/>
              </a:rPr>
              <a:t>‹#›</a:t>
            </a:fld>
            <a:endParaRPr/>
          </a:p>
        </p:txBody>
      </p:sp>
      <p:sp>
        <p:nvSpPr>
          <p:cNvPr id="90" name="Google Shape;90;p105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105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marR="0" rtl="0" algn="l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718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–"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-273050" lvl="5" marL="27432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-273050" lvl="6" marL="32004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-273050" lvl="7" marL="36576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-273050" lvl="8" marL="41148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92" name="Google Shape;92;p105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05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7"/>
          <p:cNvSpPr/>
          <p:nvPr/>
        </p:nvSpPr>
        <p:spPr>
          <a:xfrm>
            <a:off x="2514600" y="6400800"/>
            <a:ext cx="6384925" cy="65087"/>
          </a:xfrm>
          <a:prstGeom prst="octagon">
            <a:avLst>
              <a:gd fmla="val 6325" name="adj"/>
            </a:avLst>
          </a:prstGeom>
          <a:solidFill>
            <a:srgbClr val="063DE8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07"/>
          <p:cNvSpPr txBox="1"/>
          <p:nvPr/>
        </p:nvSpPr>
        <p:spPr>
          <a:xfrm>
            <a:off x="8769350" y="6457950"/>
            <a:ext cx="4667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D13"/>
              </a:buClr>
              <a:buSzPts val="1600"/>
              <a:buFont typeface="Book Antiqua"/>
              <a:buNone/>
            </a:pPr>
            <a:fld id="{00000000-1234-1234-1234-123412341234}" type="slidenum">
              <a:rPr b="1" i="0" lang="en-US" sz="1600" u="none">
                <a:solidFill>
                  <a:srgbClr val="0F4D13"/>
                </a:solidFill>
                <a:latin typeface="Book Antiqua"/>
                <a:ea typeface="Book Antiqua"/>
                <a:cs typeface="Book Antiqua"/>
                <a:sym typeface="Book Antiqua"/>
              </a:rPr>
              <a:t>‹#›</a:t>
            </a:fld>
            <a:endParaRPr/>
          </a:p>
        </p:txBody>
      </p:sp>
      <p:sp>
        <p:nvSpPr>
          <p:cNvPr id="100" name="Google Shape;100;p107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107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marR="0" rtl="0" algn="l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718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–"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-273050" lvl="5" marL="27432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-273050" lvl="6" marL="32004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-273050" lvl="7" marL="36576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-273050" lvl="8" marL="41148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02" name="Google Shape;102;p107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107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9"/>
          <p:cNvSpPr/>
          <p:nvPr/>
        </p:nvSpPr>
        <p:spPr>
          <a:xfrm>
            <a:off x="2514600" y="6400800"/>
            <a:ext cx="6384925" cy="65087"/>
          </a:xfrm>
          <a:prstGeom prst="octagon">
            <a:avLst>
              <a:gd fmla="val 6325" name="adj"/>
            </a:avLst>
          </a:prstGeom>
          <a:solidFill>
            <a:srgbClr val="063DE8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09"/>
          <p:cNvSpPr txBox="1"/>
          <p:nvPr/>
        </p:nvSpPr>
        <p:spPr>
          <a:xfrm>
            <a:off x="8769350" y="6457950"/>
            <a:ext cx="4667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D13"/>
              </a:buClr>
              <a:buSzPts val="1600"/>
              <a:buFont typeface="Book Antiqua"/>
              <a:buNone/>
            </a:pPr>
            <a:fld id="{00000000-1234-1234-1234-123412341234}" type="slidenum">
              <a:rPr b="1" i="0" lang="en-US" sz="1600" u="none">
                <a:solidFill>
                  <a:srgbClr val="0F4D13"/>
                </a:solidFill>
                <a:latin typeface="Book Antiqua"/>
                <a:ea typeface="Book Antiqua"/>
                <a:cs typeface="Book Antiqua"/>
                <a:sym typeface="Book Antiqua"/>
              </a:rPr>
              <a:t>‹#›</a:t>
            </a:fld>
            <a:endParaRPr/>
          </a:p>
        </p:txBody>
      </p:sp>
      <p:sp>
        <p:nvSpPr>
          <p:cNvPr id="113" name="Google Shape;113;p109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109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marR="0" rtl="0" algn="l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718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–"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-273050" lvl="5" marL="27432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-273050" lvl="6" marL="32004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-273050" lvl="7" marL="36576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-273050" lvl="8" marL="41148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15" name="Google Shape;115;p109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109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1"/>
          <p:cNvSpPr/>
          <p:nvPr/>
        </p:nvSpPr>
        <p:spPr>
          <a:xfrm>
            <a:off x="2514600" y="6400800"/>
            <a:ext cx="6384925" cy="65087"/>
          </a:xfrm>
          <a:prstGeom prst="octagon">
            <a:avLst>
              <a:gd fmla="val 6325" name="adj"/>
            </a:avLst>
          </a:prstGeom>
          <a:solidFill>
            <a:srgbClr val="063DE8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11"/>
          <p:cNvSpPr txBox="1"/>
          <p:nvPr/>
        </p:nvSpPr>
        <p:spPr>
          <a:xfrm>
            <a:off x="8769350" y="6457950"/>
            <a:ext cx="4667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D13"/>
              </a:buClr>
              <a:buSzPts val="1600"/>
              <a:buFont typeface="Book Antiqua"/>
              <a:buNone/>
            </a:pPr>
            <a:fld id="{00000000-1234-1234-1234-123412341234}" type="slidenum">
              <a:rPr b="1" i="0" lang="en-US" sz="1600" u="none">
                <a:solidFill>
                  <a:srgbClr val="0F4D13"/>
                </a:solidFill>
                <a:latin typeface="Book Antiqua"/>
                <a:ea typeface="Book Antiqua"/>
                <a:cs typeface="Book Antiqua"/>
                <a:sym typeface="Book Antiqua"/>
              </a:rPr>
              <a:t>‹#›</a:t>
            </a:fld>
            <a:endParaRPr/>
          </a:p>
        </p:txBody>
      </p:sp>
      <p:sp>
        <p:nvSpPr>
          <p:cNvPr id="126" name="Google Shape;126;p111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111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marR="0" rtl="0" algn="l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718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–"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-273050" lvl="5" marL="27432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-273050" lvl="6" marL="32004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-273050" lvl="7" marL="36576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-273050" lvl="8" marL="41148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28" name="Google Shape;128;p111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111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3"/>
          <p:cNvSpPr/>
          <p:nvPr/>
        </p:nvSpPr>
        <p:spPr>
          <a:xfrm>
            <a:off x="2514600" y="6400800"/>
            <a:ext cx="6384925" cy="65087"/>
          </a:xfrm>
          <a:prstGeom prst="octagon">
            <a:avLst>
              <a:gd fmla="val 6325" name="adj"/>
            </a:avLst>
          </a:prstGeom>
          <a:solidFill>
            <a:srgbClr val="063DE8"/>
          </a:solidFill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13"/>
          <p:cNvSpPr txBox="1"/>
          <p:nvPr/>
        </p:nvSpPr>
        <p:spPr>
          <a:xfrm>
            <a:off x="8769350" y="6457950"/>
            <a:ext cx="4667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4D13"/>
              </a:buClr>
              <a:buSzPts val="1600"/>
              <a:buFont typeface="Book Antiqua"/>
              <a:buNone/>
            </a:pPr>
            <a:fld id="{00000000-1234-1234-1234-123412341234}" type="slidenum">
              <a:rPr b="1" i="0" lang="en-US" sz="1600" u="none">
                <a:solidFill>
                  <a:srgbClr val="0F4D13"/>
                </a:solidFill>
                <a:latin typeface="Book Antiqua"/>
                <a:ea typeface="Book Antiqua"/>
                <a:cs typeface="Book Antiqua"/>
                <a:sym typeface="Book Antiqua"/>
              </a:rPr>
              <a:t>‹#›</a:t>
            </a:fld>
            <a:endParaRPr/>
          </a:p>
        </p:txBody>
      </p:sp>
      <p:sp>
        <p:nvSpPr>
          <p:cNvPr id="138" name="Google Shape;138;p113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113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marR="0" rtl="0" algn="l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spcBef>
                <a:spcPts val="72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●"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718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–"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5pPr>
            <a:lvl6pPr indent="-273050" lvl="5" marL="27432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6pPr>
            <a:lvl7pPr indent="-273050" lvl="6" marL="32004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7pPr>
            <a:lvl8pPr indent="-273050" lvl="7" marL="36576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8pPr>
            <a:lvl9pPr indent="-273050" lvl="8" marL="4114800" marR="0" rtl="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ook Antiqua"/>
              <a:buChar char="•"/>
              <a:defRPr b="1" i="0" sz="1400" u="none" cap="none" strike="noStrike">
                <a:solidFill>
                  <a:schemeClr val="lt1"/>
                </a:solidFill>
                <a:latin typeface="Book Antiqua"/>
                <a:ea typeface="Book Antiqua"/>
                <a:cs typeface="Book Antiqua"/>
                <a:sym typeface="Book Antiqua"/>
              </a:defRPr>
            </a:lvl9pPr>
          </a:lstStyle>
          <a:p/>
        </p:txBody>
      </p:sp>
      <p:sp>
        <p:nvSpPr>
          <p:cNvPr id="140" name="Google Shape;140;p113"/>
          <p:cNvSpPr txBox="1"/>
          <p:nvPr>
            <p:ph idx="11" type="ftr"/>
          </p:nvPr>
        </p:nvSpPr>
        <p:spPr>
          <a:xfrm>
            <a:off x="7467600" y="6508750"/>
            <a:ext cx="1692275" cy="349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113"/>
          <p:cNvSpPr txBox="1"/>
          <p:nvPr>
            <p:ph idx="10" type="dt"/>
          </p:nvPr>
        </p:nvSpPr>
        <p:spPr>
          <a:xfrm>
            <a:off x="3467100" y="6415087"/>
            <a:ext cx="2895600" cy="379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8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9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4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6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3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5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8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6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2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1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40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49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48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55.png"/><Relationship Id="rId4" Type="http://schemas.openxmlformats.org/officeDocument/2006/relationships/image" Target="../media/image47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/>
          <p:nvPr>
            <p:ph type="ctrTitle"/>
          </p:nvPr>
        </p:nvSpPr>
        <p:spPr>
          <a:xfrm>
            <a:off x="1497012" y="1066800"/>
            <a:ext cx="7037387" cy="4665662"/>
          </a:xfrm>
          <a:prstGeom prst="rect">
            <a:avLst/>
          </a:prstGeom>
          <a:solidFill>
            <a:srgbClr val="FBC1FA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b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Routing Protocols </a:t>
            </a:r>
            <a:b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(RIP, OSPF, and BGP)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157" name="Google Shape;157;p2"/>
          <p:cNvSpPr txBox="1"/>
          <p:nvPr>
            <p:ph idx="1" type="body"/>
          </p:nvPr>
        </p:nvSpPr>
        <p:spPr>
          <a:xfrm>
            <a:off x="685800" y="762000"/>
            <a:ext cx="8588375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 internet is a combination of networks connected by routers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1" i="1" lang="en-US" sz="2400" u="sng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cost assigned for passing through a network.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total metric of a particular route is equal to the sum of the metrics of networks that comprise the route.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router chooses the route with the shortest (smallest) metric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RIP (Routing Information Protocol) : treating each network equals.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cost of passing through each network is the same.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SzPts val="12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 if a packet passes through 10 networks to reach the destination, the total cost is hop counts.</a:t>
            </a:r>
            <a:endParaRPr/>
          </a:p>
          <a:p>
            <a:pPr indent="-158750" lvl="0" marL="28575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id="163" name="Google Shape;163;p3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OSPF(Open Shortest Path First)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allowing the administrator to assign a cost for passing through a network based on the type of service required.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route through a network can have different costs (metrics)</a:t>
            </a:r>
            <a:endParaRPr/>
          </a:p>
          <a:p>
            <a:pPr indent="-285750" lvl="0" marL="285750" rtl="0" algn="l">
              <a:lnSpc>
                <a:spcPct val="110000"/>
              </a:lnSpc>
              <a:spcBef>
                <a:spcPts val="116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BGP (Border Router Protocol)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Criterion is the policy, which can be set by the administrator.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Policy defines what paths should be chosen.</a:t>
            </a:r>
            <a:endParaRPr/>
          </a:p>
          <a:p>
            <a:pPr indent="-285750" lvl="0" marL="285750" rtl="0" algn="l">
              <a:lnSpc>
                <a:spcPct val="110000"/>
              </a:lnSpc>
              <a:spcBef>
                <a:spcPts val="116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Static and Dynamic tables</a:t>
            </a:r>
            <a:endParaRPr/>
          </a:p>
          <a:p>
            <a:pPr indent="-285750" lvl="0" marL="285750" rtl="0" algn="l">
              <a:lnSpc>
                <a:spcPct val="11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Unicast Routing and Multicast Routing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14.1 Intra and Extra Domain Routing</a:t>
            </a:r>
            <a:endParaRPr/>
          </a:p>
        </p:txBody>
      </p:sp>
      <p:sp>
        <p:nvSpPr>
          <p:cNvPr id="169" name="Google Shape;169;p4"/>
          <p:cNvSpPr txBox="1"/>
          <p:nvPr>
            <p:ph idx="1" type="body"/>
          </p:nvPr>
        </p:nvSpPr>
        <p:spPr>
          <a:xfrm>
            <a:off x="609600" y="711200"/>
            <a:ext cx="8893175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Because an internet can be so large, one routing protocol cannot handle the task of updating routing tables of all routers.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So, an internet is divided into autonomous  systems.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 </a:t>
            </a:r>
            <a:r>
              <a:rPr b="1" i="1" lang="en-US" sz="2400" u="sng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autonomous system (AS)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group of networks and routers under the authority of a single administration.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Intradomain routing 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used for the routing inside an autonomous system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16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Interdomain routing 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used for the routing between autonomous systems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Autonomous Systems</a:t>
            </a:r>
            <a:endParaRPr/>
          </a:p>
        </p:txBody>
      </p:sp>
      <p:pic>
        <p:nvPicPr>
          <p:cNvPr id="175" name="Google Shape;175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050925"/>
            <a:ext cx="8588375" cy="5060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5"/>
          <p:cNvCxnSpPr/>
          <p:nvPr/>
        </p:nvCxnSpPr>
        <p:spPr>
          <a:xfrm flipH="1" rot="10800000">
            <a:off x="774700" y="2781300"/>
            <a:ext cx="577850" cy="723900"/>
          </a:xfrm>
          <a:prstGeom prst="straightConnector1">
            <a:avLst/>
          </a:prstGeom>
          <a:noFill/>
          <a:ln cap="flat" cmpd="sng" w="12700">
            <a:solidFill>
              <a:srgbClr val="FF6600"/>
            </a:solidFill>
            <a:prstDash val="solid"/>
            <a:miter lim="800000"/>
            <a:headEnd len="med" w="med" type="none"/>
            <a:tailEnd len="sm" w="sm" type="triangle"/>
          </a:ln>
        </p:spPr>
      </p:cxnSp>
      <p:sp>
        <p:nvSpPr>
          <p:cNvPr id="177" name="Google Shape;177;p5"/>
          <p:cNvSpPr txBox="1"/>
          <p:nvPr/>
        </p:nvSpPr>
        <p:spPr>
          <a:xfrm>
            <a:off x="123825" y="3451225"/>
            <a:ext cx="21050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Intradomain routing</a:t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4160837" y="3284537"/>
            <a:ext cx="21050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Interdomain routing</a:t>
            </a:r>
            <a:endParaRPr/>
          </a:p>
        </p:txBody>
      </p:sp>
      <p:cxnSp>
        <p:nvCxnSpPr>
          <p:cNvPr id="179" name="Google Shape;179;p5"/>
          <p:cNvCxnSpPr/>
          <p:nvPr/>
        </p:nvCxnSpPr>
        <p:spPr>
          <a:xfrm flipH="1" rot="10800000">
            <a:off x="4737100" y="2852737"/>
            <a:ext cx="228600" cy="457200"/>
          </a:xfrm>
          <a:prstGeom prst="straightConnector1">
            <a:avLst/>
          </a:prstGeom>
          <a:noFill/>
          <a:ln cap="flat" cmpd="sng" w="12700">
            <a:solidFill>
              <a:srgbClr val="FF6600"/>
            </a:solidFill>
            <a:prstDash val="solid"/>
            <a:miter lim="800000"/>
            <a:headEnd len="med" w="med" type="none"/>
            <a:tailEnd len="sm" w="sm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Intra and Extra Domain Routing (Cont’d)</a:t>
            </a:r>
            <a:endParaRPr/>
          </a:p>
        </p:txBody>
      </p:sp>
      <p:sp>
        <p:nvSpPr>
          <p:cNvPr id="185" name="Google Shape;185;p6"/>
          <p:cNvSpPr txBox="1"/>
          <p:nvPr>
            <p:ph idx="1" type="body"/>
          </p:nvPr>
        </p:nvSpPr>
        <p:spPr>
          <a:xfrm>
            <a:off x="647700" y="8128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Popular routing protocols </a:t>
            </a:r>
            <a:endParaRPr/>
          </a:p>
        </p:txBody>
      </p:sp>
      <p:pic>
        <p:nvPicPr>
          <p:cNvPr id="186" name="Google Shape;1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925" y="1700212"/>
            <a:ext cx="8893175" cy="378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14.2 Distance Vector Routing</a:t>
            </a:r>
            <a:endParaRPr/>
          </a:p>
        </p:txBody>
      </p:sp>
      <p:sp>
        <p:nvSpPr>
          <p:cNvPr id="192" name="Google Shape;192;p7"/>
          <p:cNvSpPr txBox="1"/>
          <p:nvPr>
            <p:ph idx="1" type="body"/>
          </p:nvPr>
        </p:nvSpPr>
        <p:spPr>
          <a:xfrm>
            <a:off x="704850" y="765175"/>
            <a:ext cx="8588375" cy="575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457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distance vector routing, the least cost route between any two nodes is the route with minimum distance. In this protocol each node maintains a vector (table) of minimum distances to every node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table at the each node also guides the packet to the desired node by showing the next stop in the route (next-hop routing)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Distance Vector Routing</a:t>
            </a:r>
            <a:endParaRPr/>
          </a:p>
          <a:p>
            <a:pPr indent="-419100" lvl="1" marL="8763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router periodically shares its knowledge about the entire internet with neighbors</a:t>
            </a:r>
            <a:endParaRPr/>
          </a:p>
          <a:p>
            <a:pPr indent="-419100" lvl="1" marL="876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operational principles of this algorithm</a:t>
            </a:r>
            <a:endParaRPr/>
          </a:p>
          <a:p>
            <a:pPr indent="-419100" lvl="1" marL="876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AutoNum type="arabicPeriod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Sharing knowledge about the entire autonomous system</a:t>
            </a:r>
            <a:endParaRPr/>
          </a:p>
          <a:p>
            <a:pPr indent="-419100" lvl="1" marL="876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AutoNum type="arabicPeriod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Sharing only with neighbors</a:t>
            </a:r>
            <a:endParaRPr/>
          </a:p>
          <a:p>
            <a:pPr indent="-419100" lvl="1" marL="876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AutoNum type="arabicPeriod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Sharing at regular intervals (ex, every 30 seconds) and when there is a change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Distance Vector Routing Tables</a:t>
            </a:r>
            <a:endParaRPr/>
          </a:p>
        </p:txBody>
      </p:sp>
      <p:pic>
        <p:nvPicPr>
          <p:cNvPr id="198" name="Google Shape;198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339850"/>
            <a:ext cx="8588375" cy="4481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Initialization of Tables in Distance Vector Routing</a:t>
            </a:r>
            <a:endParaRPr/>
          </a:p>
        </p:txBody>
      </p:sp>
      <p:pic>
        <p:nvPicPr>
          <p:cNvPr id="204" name="Google Shape;204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339850"/>
            <a:ext cx="8588375" cy="4481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Updating in Distance Vector Routing</a:t>
            </a:r>
            <a:endParaRPr/>
          </a:p>
        </p:txBody>
      </p:sp>
      <p:sp>
        <p:nvSpPr>
          <p:cNvPr id="210" name="Google Shape;210;p10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distance vector routing, each node shares its routing table with its immediate neighbors periodically and when there is a change.</a:t>
            </a:r>
            <a:endParaRPr/>
          </a:p>
        </p:txBody>
      </p:sp>
      <p:pic>
        <p:nvPicPr>
          <p:cNvPr id="211" name="Google Shape;2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4350" y="2565400"/>
            <a:ext cx="6815137" cy="4021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Two-Node Loop Instability</a:t>
            </a:r>
            <a:endParaRPr/>
          </a:p>
        </p:txBody>
      </p:sp>
      <p:pic>
        <p:nvPicPr>
          <p:cNvPr id="217" name="Google Shape;217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8987" y="914400"/>
            <a:ext cx="5842000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Distance Vector Routing</a:t>
            </a:r>
            <a:endParaRPr/>
          </a:p>
        </p:txBody>
      </p:sp>
      <p:sp>
        <p:nvSpPr>
          <p:cNvPr id="223" name="Google Shape;223;p12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Some Remedies for Instability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 Horizons</a:t>
            </a:r>
            <a:endParaRPr/>
          </a:p>
          <a:p>
            <a:pPr indent="-146050" lvl="0" marL="28575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925" y="2781300"/>
            <a:ext cx="9083675" cy="1874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Distance Vector Routing</a:t>
            </a:r>
            <a:endParaRPr/>
          </a:p>
        </p:txBody>
      </p:sp>
      <p:sp>
        <p:nvSpPr>
          <p:cNvPr id="230" name="Google Shape;230;p13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28600" lvl="1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Poison Reverse : a variation of split horizons</a:t>
            </a:r>
            <a:endParaRPr/>
          </a:p>
          <a:p>
            <a:pPr indent="-146050" lvl="0" marL="28575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162" y="2133600"/>
            <a:ext cx="9083675" cy="1989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Three-Node Instability</a:t>
            </a:r>
            <a:endParaRPr/>
          </a:p>
        </p:txBody>
      </p:sp>
      <p:pic>
        <p:nvPicPr>
          <p:cNvPr id="237" name="Google Shape;237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7325" y="914400"/>
            <a:ext cx="4503737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4"/>
          <p:cNvSpPr txBox="1"/>
          <p:nvPr/>
        </p:nvSpPr>
        <p:spPr>
          <a:xfrm>
            <a:off x="5168900" y="3860800"/>
            <a:ext cx="142875" cy="144462"/>
          </a:xfrm>
          <a:prstGeom prst="rect">
            <a:avLst/>
          </a:prstGeom>
          <a:solidFill>
            <a:srgbClr val="FF66CC"/>
          </a:solidFill>
          <a:ln cap="flat" cmpd="sng" w="12700">
            <a:solidFill>
              <a:srgbClr val="FF66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" name="Google Shape;239;p14"/>
          <p:cNvCxnSpPr/>
          <p:nvPr/>
        </p:nvCxnSpPr>
        <p:spPr>
          <a:xfrm>
            <a:off x="5168900" y="3933825"/>
            <a:ext cx="14287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14.3 RIP</a:t>
            </a:r>
            <a:endParaRPr/>
          </a:p>
        </p:txBody>
      </p:sp>
      <p:sp>
        <p:nvSpPr>
          <p:cNvPr id="245" name="Google Shape;245;p15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Routing Information Protocol (RIP) is an intradomain routing protocol used inside an autonomous system. It is a very simple protocol based on distance vector routing.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destination in a routing table is a network, which means the first column defines a network address.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metric in RIP is called a hop count; distance; defined as the number of links (networks) that have to be used to reach the destination.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of a Domain Using RIP</a:t>
            </a:r>
            <a:endParaRPr/>
          </a:p>
        </p:txBody>
      </p:sp>
      <p:pic>
        <p:nvPicPr>
          <p:cNvPr id="251" name="Google Shape;251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6712" y="914400"/>
            <a:ext cx="6686550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RIP (cont’d)</a:t>
            </a:r>
            <a:endParaRPr/>
          </a:p>
        </p:txBody>
      </p:sp>
      <p:sp>
        <p:nvSpPr>
          <p:cNvPr id="257" name="Google Shape;257;p17"/>
          <p:cNvSpPr txBox="1"/>
          <p:nvPr>
            <p:ph idx="1" type="body"/>
          </p:nvPr>
        </p:nvSpPr>
        <p:spPr>
          <a:xfrm>
            <a:off x="673100" y="6985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RIP Message Format</a:t>
            </a:r>
            <a:endParaRPr/>
          </a:p>
          <a:p>
            <a:pPr indent="-158750" lvl="0" marL="28575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0" rtl="0" algn="l">
              <a:lnSpc>
                <a:spcPct val="90000"/>
              </a:lnSpc>
              <a:spcBef>
                <a:spcPts val="114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228600" lvl="2" marL="1143000" rtl="0" algn="l">
              <a:lnSpc>
                <a:spcPct val="90000"/>
              </a:lnSpc>
              <a:spcBef>
                <a:spcPts val="1140"/>
              </a:spcBef>
              <a:spcAft>
                <a:spcPts val="0"/>
              </a:spcAft>
              <a:buClr>
                <a:schemeClr val="accent1"/>
              </a:buClr>
              <a:buSzPts val="1080"/>
              <a:buChar char="-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Command : request (1) or response (2)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080"/>
              <a:buChar char="-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Version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080"/>
              <a:buChar char="-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Family : For TCP/IP the value is 2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080"/>
              <a:buChar char="-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Address : destination network address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080"/>
              <a:buChar char="-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Distance : defining the hop count from the advertising router to the destination network</a:t>
            </a:r>
            <a:endParaRPr/>
          </a:p>
          <a:p>
            <a:pPr indent="-160019" lvl="2" marL="11430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08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870"/>
              </a:spcBef>
              <a:spcAft>
                <a:spcPts val="0"/>
              </a:spcAft>
              <a:buSzPts val="2000"/>
              <a:buNone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Part of the message (entry) is repeated for each destination network.</a:t>
            </a:r>
            <a:r>
              <a:rPr b="1" i="0" lang="en-US" sz="2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258" name="Google Shape;2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219200"/>
            <a:ext cx="7316786" cy="2217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RIP (cont’d)</a:t>
            </a:r>
            <a:endParaRPr/>
          </a:p>
        </p:txBody>
      </p:sp>
      <p:sp>
        <p:nvSpPr>
          <p:cNvPr id="264" name="Google Shape;264;p18"/>
          <p:cNvSpPr txBox="1"/>
          <p:nvPr>
            <p:ph idx="1" type="body"/>
          </p:nvPr>
        </p:nvSpPr>
        <p:spPr>
          <a:xfrm>
            <a:off x="685800" y="787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Requests and Response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Request messages : sent by a router that has just come up or by a router that has some time-out entries.</a:t>
            </a:r>
            <a:endParaRPr/>
          </a:p>
          <a:p>
            <a:pPr indent="-146050" lvl="0" marL="28575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62" y="3124200"/>
            <a:ext cx="9439275" cy="2084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RIP (cont’d)</a:t>
            </a:r>
            <a:endParaRPr/>
          </a:p>
        </p:txBody>
      </p:sp>
      <p:sp>
        <p:nvSpPr>
          <p:cNvPr id="271" name="Google Shape;271;p19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28600" lvl="1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Response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12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solicited response </a:t>
            </a:r>
            <a:endParaRPr/>
          </a:p>
          <a:p>
            <a:pPr indent="-171450" lvl="3" marL="154305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108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sent only in answer to a request</a:t>
            </a:r>
            <a:endParaRPr/>
          </a:p>
          <a:p>
            <a:pPr indent="-171450" lvl="3" marL="154305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108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containing information about the destination specified in the corresponding request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unsolicited response</a:t>
            </a:r>
            <a:endParaRPr/>
          </a:p>
          <a:p>
            <a:pPr indent="-171450" lvl="3" marL="154305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108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sent periodically, every 30 seconds</a:t>
            </a:r>
            <a:endParaRPr/>
          </a:p>
          <a:p>
            <a:pPr indent="-171450" lvl="3" marL="154305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1080"/>
              <a:buFont typeface="Arial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containing information covering the whole routing table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1</a:t>
            </a:r>
            <a:endParaRPr/>
          </a:p>
        </p:txBody>
      </p:sp>
      <p:sp>
        <p:nvSpPr>
          <p:cNvPr id="277" name="Google Shape;277;p20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Figure 14.11 shows the update message sent from router R1 to router R2 in Figure 14.8. The message is sent out of interface 130.10.0.2.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 to Example 1</a:t>
            </a:r>
            <a:endParaRPr/>
          </a:p>
        </p:txBody>
      </p:sp>
      <p:pic>
        <p:nvPicPr>
          <p:cNvPr id="283" name="Google Shape;283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3762" y="914400"/>
            <a:ext cx="5632450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RIP (cont’d)</a:t>
            </a:r>
            <a:endParaRPr/>
          </a:p>
        </p:txBody>
      </p:sp>
      <p:sp>
        <p:nvSpPr>
          <p:cNvPr id="289" name="Google Shape;289;p22"/>
          <p:cNvSpPr txBox="1"/>
          <p:nvPr>
            <p:ph idx="1" type="body"/>
          </p:nvPr>
        </p:nvSpPr>
        <p:spPr>
          <a:xfrm>
            <a:off x="738187" y="1000125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Timers in RIP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Periodic timer : controlling the advertisements of regular update messages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expiration timer : governing the validity of a route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garbage collection timer : advertising the failure of a route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16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Periodic timer 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controlling the advertising of regular update messages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random number between 25 to 35 seconds</a:t>
            </a:r>
            <a:endParaRPr/>
          </a:p>
          <a:p>
            <a:pPr indent="-146050" lvl="0" marL="28575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3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RIP (cont’d)</a:t>
            </a:r>
            <a:endParaRPr/>
          </a:p>
        </p:txBody>
      </p:sp>
      <p:sp>
        <p:nvSpPr>
          <p:cNvPr id="295" name="Google Shape;295;p23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Expiration timer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normal situation, the new update for a route occurs every 30 seconds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But, if there is a problem on an Internet and no update is received within the allotted 180 seconds, the route is considered expired and the hop count of the route is set to 16.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Each router has its own expiration timer.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Garbage Collection Timer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the information about a route becomes invalid, the router continues to advertise the route with a metric value of 16 and  the garbage collection timer is set to 120 sec for that route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the count reaches zero, the route is purged from the table.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4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RIP (cont’d)</a:t>
            </a:r>
            <a:endParaRPr/>
          </a:p>
        </p:txBody>
      </p:sp>
      <p:sp>
        <p:nvSpPr>
          <p:cNvPr id="301" name="Google Shape;301;p24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RIP timers </a:t>
            </a:r>
            <a:endParaRPr/>
          </a:p>
        </p:txBody>
      </p:sp>
      <p:pic>
        <p:nvPicPr>
          <p:cNvPr id="302" name="Google Shape;3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" y="2170112"/>
            <a:ext cx="8080375" cy="2198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RIP (cont’d)</a:t>
            </a:r>
            <a:endParaRPr/>
          </a:p>
        </p:txBody>
      </p:sp>
      <p:sp>
        <p:nvSpPr>
          <p:cNvPr id="308" name="Google Shape;308;p25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2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A routing table has 20 entries. It does not receive information about five routes for 200 seconds. How many timers are running at this time?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timers are listed below: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Periodic timer: 1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Expiration timer: 20 - 5 = 15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Garbage collection timer: 5</a:t>
            </a:r>
            <a:endParaRPr/>
          </a:p>
          <a:p>
            <a:pPr indent="-285750" lvl="0" marL="285750" rtl="0" algn="just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85750" rtl="0" algn="l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6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RIP Version 2</a:t>
            </a:r>
            <a:endParaRPr/>
          </a:p>
        </p:txBody>
      </p:sp>
      <p:sp>
        <p:nvSpPr>
          <p:cNvPr id="314" name="Google Shape;314;p26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Designed for overcoming some of the shortcomings of version 1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Replaced fields in version 1 that were filled with 0s for the TCP/IP protocols with some new fields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use classless addressing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RIP Version 2 (cont’d)</a:t>
            </a:r>
            <a:endParaRPr/>
          </a:p>
        </p:txBody>
      </p:sp>
      <p:sp>
        <p:nvSpPr>
          <p:cNvPr id="320" name="Google Shape;320;p27"/>
          <p:cNvSpPr txBox="1"/>
          <p:nvPr>
            <p:ph idx="1" type="body"/>
          </p:nvPr>
        </p:nvSpPr>
        <p:spPr>
          <a:xfrm>
            <a:off x="698500" y="711200"/>
            <a:ext cx="8674100" cy="5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RIP version 2 format</a:t>
            </a:r>
            <a:endParaRPr/>
          </a:p>
          <a:p>
            <a:pPr indent="-158750" lvl="0" marL="28575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 Tag :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carrying information such as the autonomous system number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Subnet mask : carrying the subnet mask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Next-hop address : showing the next hop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940"/>
              </a:spcBef>
              <a:spcAft>
                <a:spcPts val="0"/>
              </a:spcAft>
              <a:buSzPts val="1080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case that shares a network backbone by two ASs, the message can define the router to which the packet should go next</a:t>
            </a:r>
            <a:endParaRPr/>
          </a:p>
        </p:txBody>
      </p:sp>
      <p:pic>
        <p:nvPicPr>
          <p:cNvPr id="321" name="Google Shape;32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219200"/>
            <a:ext cx="9296400" cy="281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8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RIP Version 2 (cont’d)</a:t>
            </a:r>
            <a:endParaRPr/>
          </a:p>
        </p:txBody>
      </p:sp>
      <p:sp>
        <p:nvSpPr>
          <p:cNvPr id="327" name="Google Shape;327;p28"/>
          <p:cNvSpPr txBox="1"/>
          <p:nvPr>
            <p:ph idx="1" type="body"/>
          </p:nvPr>
        </p:nvSpPr>
        <p:spPr>
          <a:xfrm>
            <a:off x="631825" y="69215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Authentication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added to protect the message against unauthorized advertisement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 of FFFF</a:t>
            </a:r>
            <a:r>
              <a:rPr b="1" baseline="-2500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entered in the family field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Authentication type : protocol used for authentication</a:t>
            </a:r>
            <a:endParaRPr/>
          </a:p>
        </p:txBody>
      </p:sp>
      <p:pic>
        <p:nvPicPr>
          <p:cNvPr id="328" name="Google Shape;32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0750" y="3644900"/>
            <a:ext cx="7970837" cy="2617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9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RIP Version 2 (cont’d)</a:t>
            </a:r>
            <a:endParaRPr/>
          </a:p>
        </p:txBody>
      </p:sp>
      <p:sp>
        <p:nvSpPr>
          <p:cNvPr id="334" name="Google Shape;334;p29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Multicasting 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the multicast address 224.0.0.9 to multicast RIP messages only to RIPv2 routers in the network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16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Encapsulation of RIP messages 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encapsulated in UDP user datagram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not included a field that indicates the length of the message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Well-known port assigned to RIP in UDP is port 520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0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14.4 Link State Routing</a:t>
            </a:r>
            <a:endParaRPr/>
          </a:p>
        </p:txBody>
      </p:sp>
      <p:sp>
        <p:nvSpPr>
          <p:cNvPr id="340" name="Google Shape;340;p30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link state routing, if each node in the domain has the entire topology of the domain, the node can use Dijkstra’s algorithm to build a routing table.</a:t>
            </a:r>
            <a:endParaRPr/>
          </a:p>
          <a:p>
            <a:pPr indent="-1333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Concept of Link State Routing</a:t>
            </a:r>
            <a:endParaRPr/>
          </a:p>
        </p:txBody>
      </p:sp>
      <p:pic>
        <p:nvPicPr>
          <p:cNvPr id="346" name="Google Shape;346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309687"/>
            <a:ext cx="8588375" cy="45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Link State Knowledge</a:t>
            </a:r>
            <a:endParaRPr/>
          </a:p>
        </p:txBody>
      </p:sp>
      <p:pic>
        <p:nvPicPr>
          <p:cNvPr id="352" name="Google Shape;352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205037"/>
            <a:ext cx="8588375" cy="2751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3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Routing Tables</a:t>
            </a:r>
            <a:endParaRPr/>
          </a:p>
        </p:txBody>
      </p:sp>
      <p:sp>
        <p:nvSpPr>
          <p:cNvPr id="358" name="Google Shape;358;p33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AutoNum type="arabicPeriod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Creation of the states of the links by each node, called the link state packet or LSP.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AutoNum type="arabicPeriod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Dissemination of LSPs to every other router, called flooding, in an efficient and reliable way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AutoNum type="arabicPeriod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Formation of a shortest path tree for each node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AutoNum type="arabicPeriod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Calculation of a routing table based on the shortest path tree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4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Creation of LSP</a:t>
            </a:r>
            <a:endParaRPr/>
          </a:p>
        </p:txBody>
      </p:sp>
      <p:sp>
        <p:nvSpPr>
          <p:cNvPr id="364" name="Google Shape;364;p34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there is a change in the topology of the domain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a periodic basis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60 minutes or 2 hours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5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Formation of Shortest Path Tree</a:t>
            </a:r>
            <a:endParaRPr/>
          </a:p>
        </p:txBody>
      </p:sp>
      <p:sp>
        <p:nvSpPr>
          <p:cNvPr id="370" name="Google Shape;370;p35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Dijkstra Algorithm</a:t>
            </a:r>
            <a:endParaRPr/>
          </a:p>
          <a:p>
            <a:pPr indent="-1333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" name="Google Shape;37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1200" y="981075"/>
            <a:ext cx="4324350" cy="537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6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of formation of Shortest Path Tree</a:t>
            </a:r>
            <a:endParaRPr/>
          </a:p>
        </p:txBody>
      </p:sp>
      <p:pic>
        <p:nvPicPr>
          <p:cNvPr id="377" name="Google Shape;377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7175" y="914400"/>
            <a:ext cx="4365625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Calculating of Routing Table from Shortest Path Tree</a:t>
            </a:r>
            <a:endParaRPr/>
          </a:p>
        </p:txBody>
      </p:sp>
      <p:sp>
        <p:nvSpPr>
          <p:cNvPr id="383" name="Google Shape;383;p37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 14.1  Routing table for node A</a:t>
            </a:r>
            <a:endParaRPr/>
          </a:p>
          <a:p>
            <a:pPr indent="-133350" lvl="0" marL="285750" rtl="0" algn="l">
              <a:lnSpc>
                <a:spcPct val="120000"/>
              </a:lnSpc>
              <a:spcBef>
                <a:spcPts val="72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i="1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985962"/>
            <a:ext cx="5694362" cy="346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8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14.5 OSPF (Open Shortest Path First)</a:t>
            </a:r>
            <a:endParaRPr/>
          </a:p>
        </p:txBody>
      </p:sp>
      <p:sp>
        <p:nvSpPr>
          <p:cNvPr id="390" name="Google Shape;390;p38"/>
          <p:cNvSpPr txBox="1"/>
          <p:nvPr>
            <p:ph idx="1" type="body"/>
          </p:nvPr>
        </p:nvSpPr>
        <p:spPr>
          <a:xfrm>
            <a:off x="685800" y="1628775"/>
            <a:ext cx="8588375" cy="461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Open Shortest Path First (OSPF) protocol is an intradomain routing protocol based on link state routing. Its domain is also an autonomous system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Dividing an AS into areas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handle routing efficiently and in a timely manner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9"/>
          <p:cNvSpPr txBox="1"/>
          <p:nvPr>
            <p:ph type="title"/>
          </p:nvPr>
        </p:nvSpPr>
        <p:spPr>
          <a:xfrm>
            <a:off x="735012" y="1444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OSPF (cont’d)</a:t>
            </a:r>
            <a:endParaRPr/>
          </a:p>
        </p:txBody>
      </p:sp>
      <p:sp>
        <p:nvSpPr>
          <p:cNvPr id="396" name="Google Shape;396;p39"/>
          <p:cNvSpPr txBox="1"/>
          <p:nvPr>
            <p:ph idx="1" type="body"/>
          </p:nvPr>
        </p:nvSpPr>
        <p:spPr>
          <a:xfrm>
            <a:off x="673100" y="673100"/>
            <a:ext cx="8588375" cy="5924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❑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collection of networks, hosts, and routers in AS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can be divided into many different areas.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All networks inside an area must be connected.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Routers inside an area flood the area with routing information.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Area Border Router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Summarizes the information about the area and sends it to other areas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Backbone 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All of the areas inside an AS must be connected to the backbone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Serving as a primary area (Area 0)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Consisting of backbone routers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Back bone routers can be an area border router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0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OSPF (cont’d)</a:t>
            </a:r>
            <a:endParaRPr/>
          </a:p>
        </p:txBody>
      </p:sp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Areas in an AS </a:t>
            </a:r>
            <a:endParaRPr/>
          </a:p>
        </p:txBody>
      </p:sp>
      <p:pic>
        <p:nvPicPr>
          <p:cNvPr id="403" name="Google Shape;40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300" y="1943100"/>
            <a:ext cx="9220200" cy="371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1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OSPF (cont’d)</a:t>
            </a:r>
            <a:endParaRPr/>
          </a:p>
        </p:txBody>
      </p:sp>
      <p:sp>
        <p:nvSpPr>
          <p:cNvPr id="409" name="Google Shape;409;p41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Metric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OSPF protocol allows the administrator to assign a cost, called the </a:t>
            </a:r>
            <a:r>
              <a:rPr b="1" i="1" lang="en-US" sz="2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to each route.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Based on a type of service (minimum delay, maximum throughput, bandwidth and so on).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router can have multiple routing tables, each based on a different type of service.</a:t>
            </a:r>
            <a:endParaRPr/>
          </a:p>
          <a:p>
            <a:pPr indent="-285750" lvl="0" marL="285750" rtl="0" algn="l">
              <a:lnSpc>
                <a:spcPct val="110000"/>
              </a:lnSpc>
              <a:spcBef>
                <a:spcPts val="116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Link State Routing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OSPF uses Link State Routing to update the routing tables in an area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Each router shares its knowledge about its neighborhood with every router in the area.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2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OSPF (cont’d)</a:t>
            </a:r>
            <a:endParaRPr/>
          </a:p>
        </p:txBody>
      </p:sp>
      <p:sp>
        <p:nvSpPr>
          <p:cNvPr id="415" name="Google Shape;415;p42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Types of Links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OSPF terminology, a connection is called a </a:t>
            </a:r>
            <a:r>
              <a:rPr b="1" i="1" lang="en-US" sz="22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46050" lvl="0" marL="28575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667000"/>
            <a:ext cx="8763000" cy="232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3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OSPF (cont’d)</a:t>
            </a:r>
            <a:endParaRPr/>
          </a:p>
        </p:txBody>
      </p:sp>
      <p:sp>
        <p:nvSpPr>
          <p:cNvPr id="422" name="Google Shape;422;p43"/>
          <p:cNvSpPr txBox="1"/>
          <p:nvPr>
            <p:ph idx="1" type="body"/>
          </p:nvPr>
        </p:nvSpPr>
        <p:spPr>
          <a:xfrm>
            <a:off x="685800" y="1341437"/>
            <a:ext cx="8588375" cy="490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Point-to-point Link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Routers are represented by nodes and the link is represented by a bidirectional edge connecting the nodes.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Each router has only one neighbor at the other side of the link.</a:t>
            </a:r>
            <a:endParaRPr/>
          </a:p>
        </p:txBody>
      </p:sp>
      <p:pic>
        <p:nvPicPr>
          <p:cNvPr id="423" name="Google Shape;42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0650" y="4140200"/>
            <a:ext cx="7404100" cy="989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4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OSPF (cont’d)</a:t>
            </a:r>
            <a:endParaRPr/>
          </a:p>
        </p:txBody>
      </p:sp>
      <p:sp>
        <p:nvSpPr>
          <p:cNvPr id="429" name="Google Shape;429;p44"/>
          <p:cNvSpPr txBox="1"/>
          <p:nvPr>
            <p:ph idx="1" type="body"/>
          </p:nvPr>
        </p:nvSpPr>
        <p:spPr>
          <a:xfrm>
            <a:off x="660400" y="1052512"/>
            <a:ext cx="8588375" cy="492918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Transient Link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is a network with several routers attached to transient Link </a:t>
            </a:r>
            <a:endParaRPr/>
          </a:p>
        </p:txBody>
      </p:sp>
      <p:pic>
        <p:nvPicPr>
          <p:cNvPr id="430" name="Google Shape;43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2050" y="2349500"/>
            <a:ext cx="5934075" cy="3903662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4"/>
          <p:cNvSpPr txBox="1"/>
          <p:nvPr/>
        </p:nvSpPr>
        <p:spPr>
          <a:xfrm>
            <a:off x="8337550" y="4797425"/>
            <a:ext cx="10429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(network)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5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OSPF (cont’d)</a:t>
            </a:r>
            <a:endParaRPr/>
          </a:p>
        </p:txBody>
      </p:sp>
      <p:sp>
        <p:nvSpPr>
          <p:cNvPr id="437" name="Google Shape;437;p45"/>
          <p:cNvSpPr txBox="1"/>
          <p:nvPr>
            <p:ph idx="1" type="body"/>
          </p:nvPr>
        </p:nvSpPr>
        <p:spPr>
          <a:xfrm>
            <a:off x="704850" y="1341437"/>
            <a:ext cx="8588375" cy="4259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“c”, each router has only one neighbor, the designated router (network)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designated router has five neighbors.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Number of neighbor announcements is reduced from 20 to 10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There is no metric from the designated router to any other node.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12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Because the designated router represents the network.</a:t>
            </a:r>
            <a:endParaRPr/>
          </a:p>
          <a:p>
            <a:pPr indent="-158750" lvl="0" marL="28575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6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OSPF (cont’d)</a:t>
            </a:r>
            <a:endParaRPr/>
          </a:p>
        </p:txBody>
      </p:sp>
      <p:sp>
        <p:nvSpPr>
          <p:cNvPr id="443" name="Google Shape;443;p46"/>
          <p:cNvSpPr txBox="1"/>
          <p:nvPr>
            <p:ph idx="1" type="body"/>
          </p:nvPr>
        </p:nvSpPr>
        <p:spPr>
          <a:xfrm>
            <a:off x="685800" y="1700212"/>
            <a:ext cx="8588375" cy="42497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Stub Link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network that is connected to only one router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special case of transient network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link is only one-directional, from the router to the network.</a:t>
            </a:r>
            <a:endParaRPr/>
          </a:p>
          <a:p>
            <a:pPr indent="-146050" lvl="0" marL="28575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4" name="Google Shape;44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387" y="4038600"/>
            <a:ext cx="8124825" cy="2017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7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OSPF (cont’d)</a:t>
            </a:r>
            <a:endParaRPr/>
          </a:p>
        </p:txBody>
      </p:sp>
      <p:sp>
        <p:nvSpPr>
          <p:cNvPr id="450" name="Google Shape;450;p47"/>
          <p:cNvSpPr txBox="1"/>
          <p:nvPr>
            <p:ph idx="1" type="body"/>
          </p:nvPr>
        </p:nvSpPr>
        <p:spPr>
          <a:xfrm>
            <a:off x="660400" y="1700212"/>
            <a:ext cx="8588375" cy="27368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Virtual Link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the link between two routers is broken, the administration may create a virtual link between them using a longer path</a:t>
            </a:r>
            <a:endParaRPr/>
          </a:p>
          <a:p>
            <a:pPr indent="-146050" lvl="0" marL="28575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8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 and its Graphical Representation in OSPF</a:t>
            </a:r>
            <a:endParaRPr/>
          </a:p>
        </p:txBody>
      </p:sp>
      <p:pic>
        <p:nvPicPr>
          <p:cNvPr id="456" name="Google Shape;456;p4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993775"/>
            <a:ext cx="8588375" cy="517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9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 and its Graphical Representation in OSPF</a:t>
            </a:r>
            <a:endParaRPr/>
          </a:p>
        </p:txBody>
      </p:sp>
      <p:sp>
        <p:nvSpPr>
          <p:cNvPr id="462" name="Google Shape;462;p49"/>
          <p:cNvSpPr txBox="1"/>
          <p:nvPr>
            <p:ph idx="1" type="body"/>
          </p:nvPr>
        </p:nvSpPr>
        <p:spPr>
          <a:xfrm>
            <a:off x="609600" y="1844675"/>
            <a:ext cx="8588375" cy="425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Graphical Representation (cont’d)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N1, N3 : transient, N2, N4, N5 : Stub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square nodes for the routers and ovals for the networks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0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OSPF Packets</a:t>
            </a:r>
            <a:endParaRPr/>
          </a:p>
        </p:txBody>
      </p:sp>
      <p:sp>
        <p:nvSpPr>
          <p:cNvPr id="468" name="Google Shape;468;p50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Types of OSPF Packets (Messages)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None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469" name="Google Shape;4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150" y="1755775"/>
            <a:ext cx="9271000" cy="364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1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OSPF (cont’d)</a:t>
            </a:r>
            <a:endParaRPr/>
          </a:p>
        </p:txBody>
      </p:sp>
      <p:sp>
        <p:nvSpPr>
          <p:cNvPr id="475" name="Google Shape;475;p51"/>
          <p:cNvSpPr txBox="1"/>
          <p:nvPr>
            <p:ph idx="1" type="body"/>
          </p:nvPr>
        </p:nvSpPr>
        <p:spPr>
          <a:xfrm>
            <a:off x="685800" y="6731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❑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OSPF Common Header</a:t>
            </a:r>
            <a:endParaRPr/>
          </a:p>
          <a:p>
            <a:pPr indent="-171450" lvl="0" marL="285750" rtl="0" algn="l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rtl="0" algn="l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rtl="0" algn="l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rtl="0" algn="l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rtl="0" algn="l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rtl="0" algn="l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rtl="0" algn="l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-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authentication type : 0 for none, 1 for password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-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packet type : five types</a:t>
            </a:r>
            <a:endParaRPr/>
          </a:p>
          <a:p>
            <a:pPr indent="-171450" lvl="0" marL="28575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6" name="Google Shape;47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650" y="1484312"/>
            <a:ext cx="8013700" cy="3214687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1"/>
          <p:cNvSpPr txBox="1"/>
          <p:nvPr/>
        </p:nvSpPr>
        <p:spPr>
          <a:xfrm>
            <a:off x="5673725" y="4221162"/>
            <a:ext cx="1123950" cy="336550"/>
          </a:xfrm>
          <a:prstGeom prst="rect">
            <a:avLst/>
          </a:prstGeom>
          <a:solidFill>
            <a:srgbClr val="FCFFF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64 bits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2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Link State Update Packet</a:t>
            </a:r>
            <a:endParaRPr/>
          </a:p>
        </p:txBody>
      </p:sp>
      <p:sp>
        <p:nvSpPr>
          <p:cNvPr id="483" name="Google Shape;483;p52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Used by a router to advertise the states of its links</a:t>
            </a:r>
            <a:endParaRPr/>
          </a:p>
        </p:txBody>
      </p:sp>
      <p:pic>
        <p:nvPicPr>
          <p:cNvPr id="484" name="Google Shape;4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050" y="2276475"/>
            <a:ext cx="8932862" cy="2747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3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LSA General Header</a:t>
            </a:r>
            <a:endParaRPr/>
          </a:p>
        </p:txBody>
      </p:sp>
      <p:sp>
        <p:nvSpPr>
          <p:cNvPr id="490" name="Google Shape;490;p53"/>
          <p:cNvSpPr txBox="1"/>
          <p:nvPr>
            <p:ph idx="1" type="body"/>
          </p:nvPr>
        </p:nvSpPr>
        <p:spPr>
          <a:xfrm>
            <a:off x="685800" y="3573462"/>
            <a:ext cx="8588375" cy="267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Link state age</a:t>
            </a:r>
            <a:endParaRPr/>
          </a:p>
          <a:p>
            <a:pPr indent="-444500" lvl="1" marL="74295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When a router creates the message, the value of this field is 0</a:t>
            </a:r>
            <a:endParaRPr/>
          </a:p>
          <a:p>
            <a:pPr indent="-444500" lvl="1" marL="74295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When each successive router forwards this message, it  estimates the transit time and adds it to the cumulative   value of this field.</a:t>
            </a:r>
            <a:endParaRPr/>
          </a:p>
        </p:txBody>
      </p:sp>
      <p:pic>
        <p:nvPicPr>
          <p:cNvPr id="491" name="Google Shape;49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50" y="981075"/>
            <a:ext cx="8208962" cy="231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4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LSA General Header</a:t>
            </a:r>
            <a:endParaRPr/>
          </a:p>
        </p:txBody>
      </p:sp>
      <p:sp>
        <p:nvSpPr>
          <p:cNvPr id="497" name="Google Shape;497;p54"/>
          <p:cNvSpPr txBox="1"/>
          <p:nvPr>
            <p:ph idx="1" type="body"/>
          </p:nvPr>
        </p:nvSpPr>
        <p:spPr>
          <a:xfrm>
            <a:off x="685800" y="3573462"/>
            <a:ext cx="8588375" cy="267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 flag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1 means that the area is a stub area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 flag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1 means that the router can handle multiple types of service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Link state type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1) router link, 2) network link, 3) summary link to network, 4) summary link to AS boundary router</a:t>
            </a:r>
            <a:endParaRPr/>
          </a:p>
        </p:txBody>
      </p:sp>
      <p:pic>
        <p:nvPicPr>
          <p:cNvPr id="498" name="Google Shape;49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50" y="981075"/>
            <a:ext cx="8208962" cy="231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5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LSA General Header</a:t>
            </a:r>
            <a:endParaRPr/>
          </a:p>
        </p:txBody>
      </p:sp>
      <p:sp>
        <p:nvSpPr>
          <p:cNvPr id="504" name="Google Shape;504;p55"/>
          <p:cNvSpPr txBox="1"/>
          <p:nvPr>
            <p:ph idx="1" type="body"/>
          </p:nvPr>
        </p:nvSpPr>
        <p:spPr>
          <a:xfrm>
            <a:off x="685800" y="3573462"/>
            <a:ext cx="8588375" cy="267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Advertising router</a:t>
            </a:r>
            <a:endParaRPr/>
          </a:p>
          <a:p>
            <a:pPr indent="-444500" lvl="1" marL="74295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The IP address of the router advertising this message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16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Link state sequence number</a:t>
            </a:r>
            <a:endParaRPr/>
          </a:p>
          <a:p>
            <a:pPr indent="-444500" lvl="1" marL="74295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A sequence number assigned to each link state update  message</a:t>
            </a:r>
            <a:endParaRPr/>
          </a:p>
        </p:txBody>
      </p:sp>
      <p:pic>
        <p:nvPicPr>
          <p:cNvPr id="505" name="Google Shape;50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50" y="981075"/>
            <a:ext cx="8208962" cy="231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6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LS Type &amp; LS ID</a:t>
            </a:r>
            <a:endParaRPr/>
          </a:p>
        </p:txBody>
      </p:sp>
      <p:graphicFrame>
        <p:nvGraphicFramePr>
          <p:cNvPr id="511" name="Google Shape;511;p56"/>
          <p:cNvGraphicFramePr/>
          <p:nvPr/>
        </p:nvGraphicFramePr>
        <p:xfrm>
          <a:off x="900112" y="1857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{E8680BA8-D166-4DC4-A03C-DAF59EE05A87}</a:tableStyleId>
              </a:tblPr>
              <a:tblGrid>
                <a:gridCol w="3862375"/>
                <a:gridCol w="3860800"/>
              </a:tblGrid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Link state type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Link state ID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Router link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IP address of the router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E7"/>
                    </a:solidFill>
                  </a:tcPr>
                </a:tc>
              </a:tr>
              <a:tr h="931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 link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IP address of the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designated router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E7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Summary link to network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 of the network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E7"/>
                    </a:solidFill>
                  </a:tcPr>
                </a:tc>
              </a:tr>
              <a:tr h="931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Summary link to AS boundary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IP address of the boundary router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E7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link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Address of the network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6D8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7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LSA</a:t>
            </a:r>
            <a:endParaRPr/>
          </a:p>
        </p:txBody>
      </p:sp>
      <p:sp>
        <p:nvSpPr>
          <p:cNvPr id="517" name="Google Shape;517;p57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Link State Advertisements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share information about neighbors, each router distributes link state advertisements (LSAs)</a:t>
            </a:r>
            <a:endParaRPr/>
          </a:p>
        </p:txBody>
      </p:sp>
      <p:pic>
        <p:nvPicPr>
          <p:cNvPr id="518" name="Google Shape;51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" y="3221037"/>
            <a:ext cx="8912225" cy="18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8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Router Link LSA</a:t>
            </a:r>
            <a:endParaRPr/>
          </a:p>
        </p:txBody>
      </p:sp>
      <p:sp>
        <p:nvSpPr>
          <p:cNvPr id="524" name="Google Shape;524;p58"/>
          <p:cNvSpPr txBox="1"/>
          <p:nvPr>
            <p:ph idx="1" type="body"/>
          </p:nvPr>
        </p:nvSpPr>
        <p:spPr>
          <a:xfrm>
            <a:off x="685800" y="7239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Router Link 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defining the links of a true router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true router uses the advertisement to announce information about all of its links and what is at the other side of the link (neighbors)</a:t>
            </a:r>
            <a:endParaRPr/>
          </a:p>
        </p:txBody>
      </p:sp>
      <p:pic>
        <p:nvPicPr>
          <p:cNvPr id="525" name="Google Shape;52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9825" y="3160712"/>
            <a:ext cx="7851775" cy="3074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9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Router Link LSA (cont’d)</a:t>
            </a:r>
            <a:endParaRPr/>
          </a:p>
        </p:txBody>
      </p:sp>
      <p:pic>
        <p:nvPicPr>
          <p:cNvPr id="531" name="Google Shape;531;p5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387" y="1052512"/>
            <a:ext cx="8588375" cy="5132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0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Router Link LSA (cont’d)</a:t>
            </a:r>
            <a:endParaRPr/>
          </a:p>
        </p:txBody>
      </p:sp>
      <p:sp>
        <p:nvSpPr>
          <p:cNvPr id="537" name="Google Shape;537;p60"/>
          <p:cNvSpPr txBox="1"/>
          <p:nvPr/>
        </p:nvSpPr>
        <p:spPr>
          <a:xfrm>
            <a:off x="1208087" y="1341437"/>
            <a:ext cx="74152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14.2  Link types, link identification, and link data</a:t>
            </a:r>
            <a:endParaRPr/>
          </a:p>
        </p:txBody>
      </p:sp>
      <p:pic>
        <p:nvPicPr>
          <p:cNvPr id="538" name="Google Shape;538;p6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925" y="2349500"/>
            <a:ext cx="9001125" cy="2551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1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3</a:t>
            </a:r>
            <a:endParaRPr/>
          </a:p>
        </p:txBody>
      </p:sp>
      <p:sp>
        <p:nvSpPr>
          <p:cNvPr id="544" name="Google Shape;544;p61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 the router link LSA sent by router 10.24.7.9 in Figure 14.31.</a:t>
            </a:r>
            <a:endParaRPr/>
          </a:p>
        </p:txBody>
      </p:sp>
      <p:pic>
        <p:nvPicPr>
          <p:cNvPr id="545" name="Google Shape;54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487" y="1916112"/>
            <a:ext cx="8763000" cy="4773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2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3 : solution</a:t>
            </a:r>
            <a:endParaRPr/>
          </a:p>
        </p:txBody>
      </p:sp>
      <p:pic>
        <p:nvPicPr>
          <p:cNvPr id="551" name="Google Shape;551;p6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5650" y="914400"/>
            <a:ext cx="5907087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3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Network LINK LSA</a:t>
            </a:r>
            <a:endParaRPr/>
          </a:p>
        </p:txBody>
      </p:sp>
      <p:sp>
        <p:nvSpPr>
          <p:cNvPr id="557" name="Google Shape;557;p63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Network Link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defines the links of a network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A designated router distributes this type of LSA packet.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packet announces the existence of all of the routers connected to the network.</a:t>
            </a:r>
            <a:endParaRPr/>
          </a:p>
        </p:txBody>
      </p:sp>
      <p:pic>
        <p:nvPicPr>
          <p:cNvPr id="558" name="Google Shape;55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3505200"/>
            <a:ext cx="7391400" cy="3116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4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Network LINK LSA</a:t>
            </a:r>
            <a:endParaRPr/>
          </a:p>
        </p:txBody>
      </p:sp>
      <p:sp>
        <p:nvSpPr>
          <p:cNvPr id="564" name="Google Shape;564;p64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Network Link Advertisement Format</a:t>
            </a:r>
            <a:endParaRPr/>
          </a:p>
        </p:txBody>
      </p:sp>
      <p:pic>
        <p:nvPicPr>
          <p:cNvPr id="565" name="Google Shape;56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752600"/>
            <a:ext cx="8751887" cy="35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5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4</a:t>
            </a:r>
            <a:endParaRPr/>
          </a:p>
        </p:txBody>
      </p:sp>
      <p:sp>
        <p:nvSpPr>
          <p:cNvPr id="571" name="Google Shape;571;p65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Give the network link LSA in Figure 14.35.</a:t>
            </a:r>
            <a:endParaRPr/>
          </a:p>
        </p:txBody>
      </p:sp>
      <p:pic>
        <p:nvPicPr>
          <p:cNvPr id="572" name="Google Shape;57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8087" y="2852737"/>
            <a:ext cx="8070850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6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4 : solution</a:t>
            </a:r>
            <a:endParaRPr/>
          </a:p>
        </p:txBody>
      </p:sp>
      <p:pic>
        <p:nvPicPr>
          <p:cNvPr id="578" name="Google Shape;578;p6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6087" y="1924050"/>
            <a:ext cx="6526212" cy="3313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7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5</a:t>
            </a:r>
            <a:endParaRPr/>
          </a:p>
        </p:txBody>
      </p:sp>
      <p:sp>
        <p:nvSpPr>
          <p:cNvPr id="584" name="Google Shape;584;p67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Figure 14.37, which router(s) sends out router link LSAs?</a:t>
            </a:r>
            <a:endParaRPr/>
          </a:p>
          <a:p>
            <a:pPr indent="-1333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5" name="Google Shape;58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6150" y="1628775"/>
            <a:ext cx="6342062" cy="359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8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5, 6 : Solution</a:t>
            </a:r>
            <a:endParaRPr/>
          </a:p>
        </p:txBody>
      </p:sp>
      <p:sp>
        <p:nvSpPr>
          <p:cNvPr id="591" name="Google Shape;591;p68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❑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Example 5 :</a:t>
            </a:r>
            <a:r>
              <a:rPr b="1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b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routers advertise router link LSAs.</a:t>
            </a:r>
            <a:b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	a. R1 has two links, N1 and N2.</a:t>
            </a:r>
            <a:b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b. R2 has one link, N2.</a:t>
            </a:r>
            <a:b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c. R3 has two links, N2 and N3.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14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Figure 14.37, which router (s) sends out Network link LSAs?</a:t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20000"/>
              </a:lnSpc>
              <a:spcBef>
                <a:spcPts val="114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❑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6 :</a:t>
            </a:r>
            <a:r>
              <a:rPr b="1" i="0" lang="en-US" sz="1800" u="non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three network must advertise network links:</a:t>
            </a:r>
            <a:b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Advertisement for N1 is done by R1 because it is the only attached router and therefore the designated router.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b. Advertisement for N2 can be done by either R1, R2, or R3,</a:t>
            </a:r>
            <a:b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depending on which one is chosen as the designated router.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c. Advertisement for N3 is done by R3 because it is the only</a:t>
            </a:r>
            <a:b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attached router and therefore the designated router.</a:t>
            </a:r>
            <a:endParaRPr/>
          </a:p>
          <a:p>
            <a:pPr indent="-171450" lvl="0" marL="28575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9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Summary Link to Network LSA</a:t>
            </a:r>
            <a:endParaRPr/>
          </a:p>
        </p:txBody>
      </p:sp>
      <p:sp>
        <p:nvSpPr>
          <p:cNvPr id="597" name="Google Shape;597;p69"/>
          <p:cNvSpPr txBox="1"/>
          <p:nvPr>
            <p:ph idx="1" type="body"/>
          </p:nvPr>
        </p:nvSpPr>
        <p:spPr>
          <a:xfrm>
            <a:off x="685800" y="7747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❑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border router is active in more than one area and creates routing table for each area.</a:t>
            </a:r>
            <a:endParaRPr/>
          </a:p>
          <a:p>
            <a:pPr indent="-101600" lvl="1" marL="685800" rtl="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Router R1 floods area 1 with information about how to reach a network located in area 0.</a:t>
            </a:r>
            <a:endParaRPr/>
          </a:p>
          <a:p>
            <a:pPr indent="-158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650" y="1773237"/>
            <a:ext cx="8135937" cy="31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0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Summary Link to Network LSA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(cont’d)</a:t>
            </a:r>
            <a:endParaRPr/>
          </a:p>
        </p:txBody>
      </p:sp>
      <p:pic>
        <p:nvPicPr>
          <p:cNvPr id="604" name="Google Shape;604;p7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809750"/>
            <a:ext cx="8588375" cy="3541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1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Summary Link to AS Boundary Router</a:t>
            </a:r>
            <a:endParaRPr/>
          </a:p>
        </p:txBody>
      </p:sp>
      <p:sp>
        <p:nvSpPr>
          <p:cNvPr id="610" name="Google Shape;610;p71"/>
          <p:cNvSpPr txBox="1"/>
          <p:nvPr>
            <p:ph idx="1" type="body"/>
          </p:nvPr>
        </p:nvSpPr>
        <p:spPr>
          <a:xfrm>
            <a:off x="685800" y="7493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providing the information of the route to an autonomous system boundary router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used for a router that sends a packet outside the autonomous system</a:t>
            </a:r>
            <a:endParaRPr/>
          </a:p>
        </p:txBody>
      </p:sp>
      <p:pic>
        <p:nvPicPr>
          <p:cNvPr id="611" name="Google Shape;61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50" y="2636837"/>
            <a:ext cx="8839200" cy="366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2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Summary Link to AS Boundary Router (cont’d)</a:t>
            </a:r>
            <a:endParaRPr/>
          </a:p>
        </p:txBody>
      </p:sp>
      <p:pic>
        <p:nvPicPr>
          <p:cNvPr id="617" name="Google Shape;617;p7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806575"/>
            <a:ext cx="8588375" cy="354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3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External Link</a:t>
            </a:r>
            <a:endParaRPr/>
          </a:p>
        </p:txBody>
      </p:sp>
      <p:sp>
        <p:nvSpPr>
          <p:cNvPr id="623" name="Google Shape;623;p73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to know which networks are available outside the autonomous system</a:t>
            </a:r>
            <a:endParaRPr/>
          </a:p>
        </p:txBody>
      </p:sp>
      <p:pic>
        <p:nvPicPr>
          <p:cNvPr id="624" name="Google Shape;624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87" y="2420937"/>
            <a:ext cx="8355012" cy="31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4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External Link (cont’d)</a:t>
            </a:r>
            <a:endParaRPr/>
          </a:p>
        </p:txBody>
      </p:sp>
      <p:pic>
        <p:nvPicPr>
          <p:cNvPr id="630" name="Google Shape;630;p7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495425"/>
            <a:ext cx="8588375" cy="4170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75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Packets</a:t>
            </a:r>
            <a:endParaRPr/>
          </a:p>
        </p:txBody>
      </p:sp>
      <p:sp>
        <p:nvSpPr>
          <p:cNvPr id="636" name="Google Shape;636;p75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Hello message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uses to create neighborhood relationships and to test the reachability of neighbors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the first step in link state routing</a:t>
            </a:r>
            <a:endParaRPr/>
          </a:p>
        </p:txBody>
      </p:sp>
      <p:pic>
        <p:nvPicPr>
          <p:cNvPr id="637" name="Google Shape;637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0750" y="3141662"/>
            <a:ext cx="7815262" cy="338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6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Packets (cont’d)</a:t>
            </a:r>
            <a:endParaRPr/>
          </a:p>
        </p:txBody>
      </p:sp>
      <p:sp>
        <p:nvSpPr>
          <p:cNvPr id="643" name="Google Shape;643;p76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❑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Database description message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router is connected to the system for the first time or after a failure, it needs the complete link state database immediately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when a router is connected to the system for the first time or after a failure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840"/>
              </a:spcBef>
              <a:spcAft>
                <a:spcPts val="0"/>
              </a:spcAft>
              <a:buSzPts val="960"/>
              <a:buChar char="•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After a router is connected to the system, the router sends hello packets to greet its neighbor.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960"/>
              <a:buChar char="•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it is first time that neighbors hear from the router, they send a </a:t>
            </a:r>
            <a:r>
              <a:rPr b="0" i="1" lang="en-US" sz="16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database description packet.</a:t>
            </a:r>
            <a:endParaRPr/>
          </a:p>
          <a:p>
            <a:pPr indent="-171450" lvl="3" marL="1543050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SzPts val="840"/>
              <a:buFont typeface="Arial"/>
              <a:buChar char="•"/>
            </a:pPr>
            <a:r>
              <a:rPr b="0" i="1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packet does not contain complete database information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960"/>
              <a:buChar char="•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Then, the router sends one or more link state request packets to get full information about that particular link</a:t>
            </a:r>
            <a:endParaRPr/>
          </a:p>
          <a:p>
            <a:pPr indent="-114300" lvl="1" marL="685800" rtl="0" algn="l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❑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Link State Request Packet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sent by a router that needs information about a specific route or routes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It is answered with a link state update packet.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77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 Packets (cont’d)</a:t>
            </a:r>
            <a:endParaRPr/>
          </a:p>
        </p:txBody>
      </p:sp>
      <p:sp>
        <p:nvSpPr>
          <p:cNvPr id="649" name="Google Shape;649;p77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Link state acknowledgment packet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OSPF makes routing more reliable by forcing every router to acknowledge the receipt of every link state update packet.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16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Link State Update Packet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used by a router to advertise the states of its links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8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Encapsulation of OSPF Packets</a:t>
            </a:r>
            <a:endParaRPr/>
          </a:p>
        </p:txBody>
      </p:sp>
      <p:sp>
        <p:nvSpPr>
          <p:cNvPr id="655" name="Google Shape;655;p78"/>
          <p:cNvSpPr txBox="1"/>
          <p:nvPr>
            <p:ph idx="1" type="body"/>
          </p:nvPr>
        </p:nvSpPr>
        <p:spPr>
          <a:xfrm>
            <a:off x="658812" y="762000"/>
            <a:ext cx="8637587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Encapsulation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OSPF packets are encapsulated in IP datagram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12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packets contain the acknowledgment mechanism for flow and error control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•"/>
            </a:pPr>
            <a:r>
              <a:rPr b="1" i="0" lang="en-US" sz="20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 not need a transport layer protocol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provide these services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9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14.6 Path Vector Routing</a:t>
            </a:r>
            <a:endParaRPr/>
          </a:p>
        </p:txBody>
      </p:sp>
      <p:sp>
        <p:nvSpPr>
          <p:cNvPr id="661" name="Google Shape;661;p79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similar to distance vector routing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Assuming that there is </a:t>
            </a:r>
            <a:r>
              <a:rPr b="1" i="0" lang="en-US" sz="2400" u="non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one node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each AS that acts as on behalf of the entire AS : </a:t>
            </a:r>
            <a:r>
              <a:rPr b="1" i="0" lang="en-US" sz="2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Speaker Node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Speaker node creates a routing table and advertises it speaker nodes in the neighboring ASs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2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advertising the path</a:t>
            </a: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not the metric of the nodes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0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Path Vector Routing (cont’d)</a:t>
            </a:r>
            <a:endParaRPr/>
          </a:p>
        </p:txBody>
      </p:sp>
      <p:sp>
        <p:nvSpPr>
          <p:cNvPr id="667" name="Google Shape;667;p80"/>
          <p:cNvSpPr txBox="1"/>
          <p:nvPr>
            <p:ph idx="1" type="body"/>
          </p:nvPr>
        </p:nvSpPr>
        <p:spPr>
          <a:xfrm>
            <a:off x="631825" y="765175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Initialization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Each speaker node can know only the reachability of nodes inside its AS</a:t>
            </a:r>
            <a:endParaRPr/>
          </a:p>
          <a:p>
            <a:pPr indent="-146050" lvl="0" marL="28575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8" name="Google Shape;668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0250" y="2300287"/>
            <a:ext cx="6789737" cy="436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1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Path Vector Routing (cont’d)</a:t>
            </a:r>
            <a:endParaRPr/>
          </a:p>
        </p:txBody>
      </p:sp>
      <p:sp>
        <p:nvSpPr>
          <p:cNvPr id="674" name="Google Shape;674;p81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Sharing and Updating </a:t>
            </a:r>
            <a:endParaRPr/>
          </a:p>
        </p:txBody>
      </p:sp>
      <p:pic>
        <p:nvPicPr>
          <p:cNvPr id="675" name="Google Shape;675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487" y="2060575"/>
            <a:ext cx="9001125" cy="2995612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81"/>
          <p:cNvSpPr txBox="1"/>
          <p:nvPr/>
        </p:nvSpPr>
        <p:spPr>
          <a:xfrm>
            <a:off x="1062037" y="4132262"/>
            <a:ext cx="577850" cy="24447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AS3 -</a:t>
            </a:r>
            <a:endParaRPr/>
          </a:p>
        </p:txBody>
      </p:sp>
      <p:sp>
        <p:nvSpPr>
          <p:cNvPr id="677" name="Google Shape;677;p81"/>
          <p:cNvSpPr txBox="1"/>
          <p:nvPr/>
        </p:nvSpPr>
        <p:spPr>
          <a:xfrm>
            <a:off x="1065212" y="4508500"/>
            <a:ext cx="577850" cy="24447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AS3 -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2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14.7 BGP</a:t>
            </a:r>
            <a:endParaRPr/>
          </a:p>
        </p:txBody>
      </p:sp>
      <p:sp>
        <p:nvSpPr>
          <p:cNvPr id="683" name="Google Shape;683;p82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Border Gateway Protocol is an interdomain routing protocol using </a:t>
            </a:r>
            <a:r>
              <a:rPr b="1" i="0" lang="en-US" sz="24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path vector routing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32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Distance vector routing and link state routing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distance vector routing : just considering the number of hops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link state routing : requiring each router to have a huge link state database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 Vector Routing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entry in the routing table contains the destination network, the next router, and the path to reach the destination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path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usually defined as </a:t>
            </a:r>
            <a:r>
              <a:rPr b="1" i="0"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ordered list of autonomous systems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a packet should travel through to reach the destination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3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 of Autonomous Systems</a:t>
            </a:r>
            <a:endParaRPr/>
          </a:p>
        </p:txBody>
      </p:sp>
      <p:sp>
        <p:nvSpPr>
          <p:cNvPr id="689" name="Google Shape;689;p83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Stub AS 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only one connection to another AS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16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Multihomed AS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more than one connection to other ASs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16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Transit AS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multihomed AS that also allows transient traffic.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1200"/>
              <a:buChar char="•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ex.  national and international ISPs</a:t>
            </a:r>
            <a:endParaRPr/>
          </a:p>
          <a:p>
            <a:pPr indent="-158750" lvl="0" marL="28575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84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BGP (cont’d)</a:t>
            </a:r>
            <a:endParaRPr/>
          </a:p>
        </p:txBody>
      </p:sp>
      <p:sp>
        <p:nvSpPr>
          <p:cNvPr id="695" name="Google Shape;695;p84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AS uses one of two common intradomain protocols: RIP or OSPF.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router in each OS knows how to reach a network that is in its own AS, but it does not know how to reach network in another AS.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enable each router to route a packet to any network in internet, external BGP(</a:t>
            </a:r>
            <a:r>
              <a:rPr b="0" i="1" lang="en-US" sz="2400" u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eBGP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installed on each border router.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internal BGP (</a:t>
            </a:r>
            <a:r>
              <a:rPr b="0" i="1" lang="en-US" sz="2400" u="non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iBGP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installed on all routers.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85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Types of BGP Connections</a:t>
            </a:r>
            <a:endParaRPr/>
          </a:p>
        </p:txBody>
      </p:sp>
      <p:sp>
        <p:nvSpPr>
          <p:cNvPr id="701" name="Google Shape;701;p85"/>
          <p:cNvSpPr txBox="1"/>
          <p:nvPr>
            <p:ph idx="1" type="body"/>
          </p:nvPr>
        </p:nvSpPr>
        <p:spPr>
          <a:xfrm>
            <a:off x="704850" y="1412875"/>
            <a:ext cx="8588375" cy="46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External and Internal BGP</a:t>
            </a:r>
            <a:endParaRPr/>
          </a:p>
        </p:txBody>
      </p:sp>
      <p:pic>
        <p:nvPicPr>
          <p:cNvPr id="702" name="Google Shape;702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2781300"/>
            <a:ext cx="7859712" cy="2986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86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BGP (cont’d)</a:t>
            </a:r>
            <a:endParaRPr/>
          </a:p>
        </p:txBody>
      </p:sp>
      <p:sp>
        <p:nvSpPr>
          <p:cNvPr id="708" name="Google Shape;708;p86"/>
          <p:cNvSpPr txBox="1"/>
          <p:nvPr>
            <p:ph idx="1" type="body"/>
          </p:nvPr>
        </p:nvSpPr>
        <p:spPr>
          <a:xfrm>
            <a:off x="646112" y="7493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Types of Packets</a:t>
            </a:r>
            <a:endParaRPr/>
          </a:p>
          <a:p>
            <a:pPr indent="-1333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Packet Format (common header)</a:t>
            </a:r>
            <a:endParaRPr/>
          </a:p>
          <a:p>
            <a:pPr indent="-1333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3350" lvl="0" marL="285750" rtl="0" algn="l">
              <a:lnSpc>
                <a:spcPct val="120000"/>
              </a:lnSpc>
              <a:spcBef>
                <a:spcPts val="14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9" name="Google Shape;70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200" y="1323975"/>
            <a:ext cx="7504112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5725" y="3951287"/>
            <a:ext cx="7953375" cy="26781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1" name="Google Shape;711;p86"/>
          <p:cNvCxnSpPr/>
          <p:nvPr/>
        </p:nvCxnSpPr>
        <p:spPr>
          <a:xfrm flipH="1" rot="10800000">
            <a:off x="6248400" y="3962400"/>
            <a:ext cx="1143000" cy="685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sm" w="sm" type="triangle"/>
          </a:ln>
        </p:spPr>
      </p:cxnSp>
      <p:sp>
        <p:nvSpPr>
          <p:cNvPr id="712" name="Google Shape;712;p86"/>
          <p:cNvSpPr txBox="1"/>
          <p:nvPr/>
        </p:nvSpPr>
        <p:spPr>
          <a:xfrm>
            <a:off x="6384925" y="3667125"/>
            <a:ext cx="2668587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Reserved for authentication</a:t>
            </a:r>
            <a:endParaRPr/>
          </a:p>
        </p:txBody>
      </p:sp>
      <p:cxnSp>
        <p:nvCxnSpPr>
          <p:cNvPr id="713" name="Google Shape;713;p86"/>
          <p:cNvCxnSpPr/>
          <p:nvPr/>
        </p:nvCxnSpPr>
        <p:spPr>
          <a:xfrm rot="10800000">
            <a:off x="812800" y="5816600"/>
            <a:ext cx="863600" cy="584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sm" w="sm" type="triangle"/>
          </a:ln>
        </p:spPr>
      </p:cxnSp>
      <p:sp>
        <p:nvSpPr>
          <p:cNvPr id="714" name="Google Shape;714;p86"/>
          <p:cNvSpPr txBox="1"/>
          <p:nvPr/>
        </p:nvSpPr>
        <p:spPr>
          <a:xfrm>
            <a:off x="161925" y="5330825"/>
            <a:ext cx="20113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Total message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including the header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87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BGP (cont’d)</a:t>
            </a:r>
            <a:endParaRPr/>
          </a:p>
        </p:txBody>
      </p:sp>
      <p:sp>
        <p:nvSpPr>
          <p:cNvPr id="720" name="Google Shape;720;p87"/>
          <p:cNvSpPr txBox="1"/>
          <p:nvPr>
            <p:ph idx="1" type="body"/>
          </p:nvPr>
        </p:nvSpPr>
        <p:spPr>
          <a:xfrm>
            <a:off x="660400" y="7366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 message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create a neighborhood relationship, a router running BGP opens a TCP connection with a neighbor and sends an open message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Update message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used by a router to withdraw destinations that have been advertised previously, announce a route to a new destination, or both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Keepalive message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exchange keepalive messages regularly (before their hold time expires) to tell each other that routers are alive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Notification message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sent by a router whenever an error condition is detected or a router wants to close the connection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88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BGP (cont’d)</a:t>
            </a:r>
            <a:endParaRPr/>
          </a:p>
        </p:txBody>
      </p:sp>
      <p:sp>
        <p:nvSpPr>
          <p:cNvPr id="726" name="Google Shape;726;p88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Encapsulation 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SzPts val="2200"/>
              <a:buChar char="•"/>
            </a:pP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BGP messages are encapsulated in TCP segments using the well-known port 179</a:t>
            </a:r>
            <a:endParaRPr/>
          </a:p>
          <a:p>
            <a:pPr indent="-146050" lvl="0" marL="28575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i="0" sz="2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89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Summary(1)</a:t>
            </a:r>
            <a:endParaRPr/>
          </a:p>
        </p:txBody>
      </p:sp>
      <p:sp>
        <p:nvSpPr>
          <p:cNvPr id="732" name="Google Shape;732;p89"/>
          <p:cNvSpPr txBox="1"/>
          <p:nvPr>
            <p:ph idx="1" type="body"/>
          </p:nvPr>
        </p:nvSpPr>
        <p:spPr>
          <a:xfrm>
            <a:off x="776287" y="836612"/>
            <a:ext cx="8588375" cy="568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❑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metric is the cost assigned for passage of a packet through a network.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❑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router consults its routing table to determine the best path for a packet.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❑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autonomous system (AS) is a group of networks and routers under the authority of a single administration.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❑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RIP and OSPF are popular intradomain routing protocols used to update routing tables in an AS.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❑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RIP is based on distance vector routing, in which each router shares, at regular intervals, its knowledge about the entire AS with its neighbors.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❑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RIP routing table entry consists of a destination network address, the hop count to that destination, and the IP address of the next router.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❑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RIP uses three timers: the periodic timer controls the advertising of the update message, the expiration timer governs the validity of a route, and the garbage collection timer advertises the failure of a route.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❑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shortcomings associated with the RIP protocol are slow convergence and instability.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❑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Procedures to remedy RIP instability include triggered update, split horizons, and poison reverse.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90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Summary(2)</a:t>
            </a:r>
            <a:endParaRPr/>
          </a:p>
        </p:txBody>
      </p:sp>
      <p:sp>
        <p:nvSpPr>
          <p:cNvPr id="738" name="Google Shape;738;p90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❑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RIP version 2 packet format contains fields carrying AS information and authentication information.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❑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OSPF divides an AS into areas, defined as collections of networks, hosts, and routers.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❑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OSPF is based on link state routing, in which each router sends the state of its neighborhood to every other router in the area. A packet is sent only if there is a change in the neighborhood.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❑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OSPF defines four types of links(networks): point-to-point, transient, stub, and virtual.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❑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Five types of link state advertisements (LSAs) disperse information in OSPF: router link, network link, summary link to network, summary link to AS boundary router, and external link.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❑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router compiles all the information from the LSAs it receives into a link state database. This database is common to all routers in an area.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❑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OSPF routing tables are calculated using Dijkstra's algorithm.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❑"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five types of OSPF packets: hello, database description, link state request, link state update, and link state acknowledgment.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91"/>
          <p:cNvSpPr txBox="1"/>
          <p:nvPr>
            <p:ph type="title"/>
          </p:nvPr>
        </p:nvSpPr>
        <p:spPr>
          <a:xfrm>
            <a:off x="722312" y="258762"/>
            <a:ext cx="8582025" cy="503237"/>
          </a:xfrm>
          <a:prstGeom prst="rect">
            <a:avLst/>
          </a:prstGeom>
          <a:solidFill>
            <a:srgbClr val="F2CADC"/>
          </a:solidFill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Summary(3)</a:t>
            </a:r>
            <a:endParaRPr/>
          </a:p>
        </p:txBody>
      </p:sp>
      <p:sp>
        <p:nvSpPr>
          <p:cNvPr id="744" name="Google Shape;744;p91"/>
          <p:cNvSpPr txBox="1"/>
          <p:nvPr>
            <p:ph idx="1" type="body"/>
          </p:nvPr>
        </p:nvSpPr>
        <p:spPr>
          <a:xfrm>
            <a:off x="685800" y="914400"/>
            <a:ext cx="8588375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285750" lvl="0" marL="28575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LSA is a multifield entry in a link state update packet.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BGP is an inter autonomous system routing protocol used to update routing tables.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BGP is based on a routing protocol called path vector routing. In this protocol, the ASs through which a packet must pass are explicitly listed.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 vector routing does not have the instability nor looping problems of distance vector routing.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four types of BGP messages: open, update, keepalive, and notification.</a:t>
            </a:r>
            <a:endParaRPr/>
          </a:p>
          <a:p>
            <a:pPr indent="-285750" lvl="0" marL="28575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5_기본 디자인">
  <a:themeElements>
    <a:clrScheme name="">
      <a:dk1>
        <a:srgbClr val="000000"/>
      </a:dk1>
      <a:lt1>
        <a:srgbClr val="FAFD00"/>
      </a:lt1>
      <a:dk2>
        <a:srgbClr val="063DE8"/>
      </a:dk2>
      <a:lt2>
        <a:srgbClr val="FAFD00"/>
      </a:lt2>
      <a:accent1>
        <a:srgbClr val="C2840F"/>
      </a:accent1>
      <a:accent2>
        <a:srgbClr val="FDE3BA"/>
      </a:accent2>
      <a:accent3>
        <a:srgbClr val="AAAFF2"/>
      </a:accent3>
      <a:accent4>
        <a:srgbClr val="D6D800"/>
      </a:accent4>
      <a:accent5>
        <a:srgbClr val="DDC2AA"/>
      </a:accent5>
      <a:accent6>
        <a:srgbClr val="E5CEA8"/>
      </a:accent6>
      <a:hlink>
        <a:srgbClr val="F57B49"/>
      </a:hlink>
      <a:folHlink>
        <a:srgbClr val="618F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7_기본 디자인">
  <a:themeElements>
    <a:clrScheme name="">
      <a:dk1>
        <a:srgbClr val="000000"/>
      </a:dk1>
      <a:lt1>
        <a:srgbClr val="FAFD00"/>
      </a:lt1>
      <a:dk2>
        <a:srgbClr val="063DE8"/>
      </a:dk2>
      <a:lt2>
        <a:srgbClr val="FAFD00"/>
      </a:lt2>
      <a:accent1>
        <a:srgbClr val="C2840F"/>
      </a:accent1>
      <a:accent2>
        <a:srgbClr val="FDE3BA"/>
      </a:accent2>
      <a:accent3>
        <a:srgbClr val="AAAFF2"/>
      </a:accent3>
      <a:accent4>
        <a:srgbClr val="D6D800"/>
      </a:accent4>
      <a:accent5>
        <a:srgbClr val="DDC2AA"/>
      </a:accent5>
      <a:accent6>
        <a:srgbClr val="E5CEA8"/>
      </a:accent6>
      <a:hlink>
        <a:srgbClr val="F57B49"/>
      </a:hlink>
      <a:folHlink>
        <a:srgbClr val="618F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기본 디자인">
  <a:themeElements>
    <a:clrScheme name="">
      <a:dk1>
        <a:srgbClr val="000000"/>
      </a:dk1>
      <a:lt1>
        <a:srgbClr val="FAFD00"/>
      </a:lt1>
      <a:dk2>
        <a:srgbClr val="063DE8"/>
      </a:dk2>
      <a:lt2>
        <a:srgbClr val="FAFD00"/>
      </a:lt2>
      <a:accent1>
        <a:srgbClr val="C2840F"/>
      </a:accent1>
      <a:accent2>
        <a:srgbClr val="FDE3BA"/>
      </a:accent2>
      <a:accent3>
        <a:srgbClr val="AAAFF2"/>
      </a:accent3>
      <a:accent4>
        <a:srgbClr val="D6D800"/>
      </a:accent4>
      <a:accent5>
        <a:srgbClr val="DDC2AA"/>
      </a:accent5>
      <a:accent6>
        <a:srgbClr val="E5CEA8"/>
      </a:accent6>
      <a:hlink>
        <a:srgbClr val="F57B49"/>
      </a:hlink>
      <a:folHlink>
        <a:srgbClr val="618F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1_기본 디자인">
  <a:themeElements>
    <a:clrScheme name="">
      <a:dk1>
        <a:srgbClr val="000000"/>
      </a:dk1>
      <a:lt1>
        <a:srgbClr val="FAFD00"/>
      </a:lt1>
      <a:dk2>
        <a:srgbClr val="063DE8"/>
      </a:dk2>
      <a:lt2>
        <a:srgbClr val="FAFD00"/>
      </a:lt2>
      <a:accent1>
        <a:srgbClr val="C2840F"/>
      </a:accent1>
      <a:accent2>
        <a:srgbClr val="FDE3BA"/>
      </a:accent2>
      <a:accent3>
        <a:srgbClr val="AAAFF2"/>
      </a:accent3>
      <a:accent4>
        <a:srgbClr val="D6D800"/>
      </a:accent4>
      <a:accent5>
        <a:srgbClr val="DDC2AA"/>
      </a:accent5>
      <a:accent6>
        <a:srgbClr val="E5CEA8"/>
      </a:accent6>
      <a:hlink>
        <a:srgbClr val="F57B49"/>
      </a:hlink>
      <a:folHlink>
        <a:srgbClr val="618F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8_기본 디자인">
  <a:themeElements>
    <a:clrScheme name="">
      <a:dk1>
        <a:srgbClr val="000000"/>
      </a:dk1>
      <a:lt1>
        <a:srgbClr val="FAFD00"/>
      </a:lt1>
      <a:dk2>
        <a:srgbClr val="063DE8"/>
      </a:dk2>
      <a:lt2>
        <a:srgbClr val="FAFD00"/>
      </a:lt2>
      <a:accent1>
        <a:srgbClr val="C2840F"/>
      </a:accent1>
      <a:accent2>
        <a:srgbClr val="FDE3BA"/>
      </a:accent2>
      <a:accent3>
        <a:srgbClr val="AAAFF2"/>
      </a:accent3>
      <a:accent4>
        <a:srgbClr val="D6D800"/>
      </a:accent4>
      <a:accent5>
        <a:srgbClr val="DDC2AA"/>
      </a:accent5>
      <a:accent6>
        <a:srgbClr val="E5CEA8"/>
      </a:accent6>
      <a:hlink>
        <a:srgbClr val="F57B49"/>
      </a:hlink>
      <a:folHlink>
        <a:srgbClr val="618F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_기본 디자인">
  <a:themeElements>
    <a:clrScheme name="">
      <a:dk1>
        <a:srgbClr val="000000"/>
      </a:dk1>
      <a:lt1>
        <a:srgbClr val="FAFD00"/>
      </a:lt1>
      <a:dk2>
        <a:srgbClr val="063DE8"/>
      </a:dk2>
      <a:lt2>
        <a:srgbClr val="FAFD00"/>
      </a:lt2>
      <a:accent1>
        <a:srgbClr val="C2840F"/>
      </a:accent1>
      <a:accent2>
        <a:srgbClr val="FDE3BA"/>
      </a:accent2>
      <a:accent3>
        <a:srgbClr val="AAAFF2"/>
      </a:accent3>
      <a:accent4>
        <a:srgbClr val="D6D800"/>
      </a:accent4>
      <a:accent5>
        <a:srgbClr val="DDC2AA"/>
      </a:accent5>
      <a:accent6>
        <a:srgbClr val="E5CEA8"/>
      </a:accent6>
      <a:hlink>
        <a:srgbClr val="F57B49"/>
      </a:hlink>
      <a:folHlink>
        <a:srgbClr val="618F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3_기본 디자인">
  <a:themeElements>
    <a:clrScheme name="">
      <a:dk1>
        <a:srgbClr val="000000"/>
      </a:dk1>
      <a:lt1>
        <a:srgbClr val="FAFD00"/>
      </a:lt1>
      <a:dk2>
        <a:srgbClr val="063DE8"/>
      </a:dk2>
      <a:lt2>
        <a:srgbClr val="FAFD00"/>
      </a:lt2>
      <a:accent1>
        <a:srgbClr val="C2840F"/>
      </a:accent1>
      <a:accent2>
        <a:srgbClr val="FDE3BA"/>
      </a:accent2>
      <a:accent3>
        <a:srgbClr val="AAAFF2"/>
      </a:accent3>
      <a:accent4>
        <a:srgbClr val="D6D800"/>
      </a:accent4>
      <a:accent5>
        <a:srgbClr val="DDC2AA"/>
      </a:accent5>
      <a:accent6>
        <a:srgbClr val="E5CEA8"/>
      </a:accent6>
      <a:hlink>
        <a:srgbClr val="F57B49"/>
      </a:hlink>
      <a:folHlink>
        <a:srgbClr val="618F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0_기본 디자인">
  <a:themeElements>
    <a:clrScheme name="">
      <a:dk1>
        <a:srgbClr val="000000"/>
      </a:dk1>
      <a:lt1>
        <a:srgbClr val="FAFD00"/>
      </a:lt1>
      <a:dk2>
        <a:srgbClr val="063DE8"/>
      </a:dk2>
      <a:lt2>
        <a:srgbClr val="FAFD00"/>
      </a:lt2>
      <a:accent1>
        <a:srgbClr val="C2840F"/>
      </a:accent1>
      <a:accent2>
        <a:srgbClr val="FDE3BA"/>
      </a:accent2>
      <a:accent3>
        <a:srgbClr val="AAAFF2"/>
      </a:accent3>
      <a:accent4>
        <a:srgbClr val="D6D800"/>
      </a:accent4>
      <a:accent5>
        <a:srgbClr val="DDC2AA"/>
      </a:accent5>
      <a:accent6>
        <a:srgbClr val="E5CEA8"/>
      </a:accent6>
      <a:hlink>
        <a:srgbClr val="F57B49"/>
      </a:hlink>
      <a:folHlink>
        <a:srgbClr val="618F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기본 디자인">
  <a:themeElements>
    <a:clrScheme name="">
      <a:dk1>
        <a:srgbClr val="000000"/>
      </a:dk1>
      <a:lt1>
        <a:srgbClr val="FAFD00"/>
      </a:lt1>
      <a:dk2>
        <a:srgbClr val="063DE8"/>
      </a:dk2>
      <a:lt2>
        <a:srgbClr val="FAFD00"/>
      </a:lt2>
      <a:accent1>
        <a:srgbClr val="C2840F"/>
      </a:accent1>
      <a:accent2>
        <a:srgbClr val="FDE3BA"/>
      </a:accent2>
      <a:accent3>
        <a:srgbClr val="AAAFF2"/>
      </a:accent3>
      <a:accent4>
        <a:srgbClr val="D6D800"/>
      </a:accent4>
      <a:accent5>
        <a:srgbClr val="DDC2AA"/>
      </a:accent5>
      <a:accent6>
        <a:srgbClr val="E5CEA8"/>
      </a:accent6>
      <a:hlink>
        <a:srgbClr val="F57B49"/>
      </a:hlink>
      <a:folHlink>
        <a:srgbClr val="618F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9_기본 디자인">
  <a:themeElements>
    <a:clrScheme name="">
      <a:dk1>
        <a:srgbClr val="000000"/>
      </a:dk1>
      <a:lt1>
        <a:srgbClr val="FAFD00"/>
      </a:lt1>
      <a:dk2>
        <a:srgbClr val="063DE8"/>
      </a:dk2>
      <a:lt2>
        <a:srgbClr val="FAFD00"/>
      </a:lt2>
      <a:accent1>
        <a:srgbClr val="C2840F"/>
      </a:accent1>
      <a:accent2>
        <a:srgbClr val="FDE3BA"/>
      </a:accent2>
      <a:accent3>
        <a:srgbClr val="AAAFF2"/>
      </a:accent3>
      <a:accent4>
        <a:srgbClr val="D6D800"/>
      </a:accent4>
      <a:accent5>
        <a:srgbClr val="DDC2AA"/>
      </a:accent5>
      <a:accent6>
        <a:srgbClr val="E5CEA8"/>
      </a:accent6>
      <a:hlink>
        <a:srgbClr val="F57B49"/>
      </a:hlink>
      <a:folHlink>
        <a:srgbClr val="618F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4_기본 디자인">
  <a:themeElements>
    <a:clrScheme name="">
      <a:dk1>
        <a:srgbClr val="000000"/>
      </a:dk1>
      <a:lt1>
        <a:srgbClr val="FAFD00"/>
      </a:lt1>
      <a:dk2>
        <a:srgbClr val="063DE8"/>
      </a:dk2>
      <a:lt2>
        <a:srgbClr val="FAFD00"/>
      </a:lt2>
      <a:accent1>
        <a:srgbClr val="C2840F"/>
      </a:accent1>
      <a:accent2>
        <a:srgbClr val="FDE3BA"/>
      </a:accent2>
      <a:accent3>
        <a:srgbClr val="AAAFF2"/>
      </a:accent3>
      <a:accent4>
        <a:srgbClr val="D6D800"/>
      </a:accent4>
      <a:accent5>
        <a:srgbClr val="DDC2AA"/>
      </a:accent5>
      <a:accent6>
        <a:srgbClr val="E5CEA8"/>
      </a:accent6>
      <a:hlink>
        <a:srgbClr val="F57B49"/>
      </a:hlink>
      <a:folHlink>
        <a:srgbClr val="618F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6_기본 디자인">
  <a:themeElements>
    <a:clrScheme name="">
      <a:dk1>
        <a:srgbClr val="000000"/>
      </a:dk1>
      <a:lt1>
        <a:srgbClr val="FAFD00"/>
      </a:lt1>
      <a:dk2>
        <a:srgbClr val="063DE8"/>
      </a:dk2>
      <a:lt2>
        <a:srgbClr val="FAFD00"/>
      </a:lt2>
      <a:accent1>
        <a:srgbClr val="C2840F"/>
      </a:accent1>
      <a:accent2>
        <a:srgbClr val="FDE3BA"/>
      </a:accent2>
      <a:accent3>
        <a:srgbClr val="AAAFF2"/>
      </a:accent3>
      <a:accent4>
        <a:srgbClr val="D6D800"/>
      </a:accent4>
      <a:accent5>
        <a:srgbClr val="DDC2AA"/>
      </a:accent5>
      <a:accent6>
        <a:srgbClr val="E5CEA8"/>
      </a:accent6>
      <a:hlink>
        <a:srgbClr val="F57B49"/>
      </a:hlink>
      <a:folHlink>
        <a:srgbClr val="618F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1996-02-22T14:16:32Z</dcterms:created>
  <dc:creator>Dell</dc:creator>
</cp:coreProperties>
</file>