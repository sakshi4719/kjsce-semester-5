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26.xml"/>
  <Override ContentType="application/vnd.openxmlformats-officedocument.presentationml.slideMaster+xml" PartName="/ppt/slideMasters/slideMaster13.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5.xml"/>
  <Override ContentType="application/vnd.openxmlformats-officedocument.presentationml.slideMaster+xml" PartName="/ppt/slideMasters/slideMaster19.xml"/>
  <Override ContentType="application/vnd.openxmlformats-officedocument.presentationml.slideMaster+xml" PartName="/ppt/slideMasters/slideMaster12.xml"/>
  <Override ContentType="application/vnd.openxmlformats-officedocument.presentationml.slideMaster+xml" PartName="/ppt/slideMasters/slideMaster28.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20.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27.xml"/>
  <Override ContentType="application/vnd.openxmlformats-officedocument.presentationml.slideMaster+xml" PartName="/ppt/slideMasters/slideMaster22.xml"/>
  <Override ContentType="application/vnd.openxmlformats-officedocument.presentationml.slideMaster+xml" PartName="/ppt/slideMasters/slideMaster6.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26.xml"/>
  <Override ContentType="application/vnd.openxmlformats-officedocument.theme+xml" PartName="/ppt/theme/theme7.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27.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8.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29.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0" r:id="rId6"/>
    <p:sldMasterId id="2147483662" r:id="rId7"/>
    <p:sldMasterId id="2147483664" r:id="rId8"/>
    <p:sldMasterId id="2147483666" r:id="rId9"/>
    <p:sldMasterId id="2147483668" r:id="rId10"/>
    <p:sldMasterId id="2147483669" r:id="rId11"/>
    <p:sldMasterId id="2147483670" r:id="rId12"/>
    <p:sldMasterId id="2147483671"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Lst>
  <p:notesMasterIdLst>
    <p:notesMasterId r:id="rId33"/>
  </p:notesMasterIdLst>
  <p:sldIdLst>
    <p:sldId id="256" r:id="rId34"/>
    <p:sldId id="257" r:id="rId35"/>
    <p:sldId id="258" r:id="rId36"/>
    <p:sldId id="259" r:id="rId37"/>
    <p:sldId id="260" r:id="rId38"/>
    <p:sldId id="261" r:id="rId39"/>
    <p:sldId id="262" r:id="rId40"/>
    <p:sldId id="263" r:id="rId41"/>
    <p:sldId id="264" r:id="rId42"/>
    <p:sldId id="265" r:id="rId43"/>
    <p:sldId id="266" r:id="rId44"/>
    <p:sldId id="267" r:id="rId45"/>
    <p:sldId id="268" r:id="rId46"/>
    <p:sldId id="269" r:id="rId47"/>
    <p:sldId id="270" r:id="rId48"/>
    <p:sldId id="271" r:id="rId49"/>
    <p:sldId id="272" r:id="rId50"/>
    <p:sldId id="273" r:id="rId51"/>
    <p:sldId id="274" r:id="rId52"/>
    <p:sldId id="275" r:id="rId53"/>
    <p:sldId id="276" r:id="rId54"/>
    <p:sldId id="277" r:id="rId55"/>
    <p:sldId id="278" r:id="rId56"/>
    <p:sldId id="279" r:id="rId57"/>
    <p:sldId id="280" r:id="rId58"/>
    <p:sldId id="281" r:id="rId59"/>
    <p:sldId id="282" r:id="rId60"/>
    <p:sldId id="283" r:id="rId61"/>
    <p:sldId id="284" r:id="rId62"/>
    <p:sldId id="285" r:id="rId63"/>
    <p:sldId id="286" r:id="rId64"/>
    <p:sldId id="287" r:id="rId65"/>
    <p:sldId id="288" r:id="rId66"/>
    <p:sldId id="289" r:id="rId67"/>
    <p:sldId id="290" r:id="rId68"/>
    <p:sldId id="291" r:id="rId69"/>
    <p:sldId id="292" r:id="rId70"/>
    <p:sldId id="293" r:id="rId71"/>
    <p:sldId id="294" r:id="rId72"/>
    <p:sldId id="295" r:id="rId73"/>
    <p:sldId id="296" r:id="rId74"/>
    <p:sldId id="297" r:id="rId75"/>
    <p:sldId id="298" r:id="rId76"/>
    <p:sldId id="299" r:id="rId77"/>
    <p:sldId id="300" r:id="rId78"/>
    <p:sldId id="301" r:id="rId79"/>
    <p:sldId id="302" r:id="rId80"/>
    <p:sldId id="303" r:id="rId81"/>
    <p:sldId id="304" r:id="rId82"/>
    <p:sldId id="305" r:id="rId83"/>
    <p:sldId id="306" r:id="rId84"/>
    <p:sldId id="307" r:id="rId85"/>
    <p:sldId id="308" r:id="rId86"/>
    <p:sldId id="309" r:id="rId87"/>
    <p:sldId id="310" r:id="rId88"/>
    <p:sldId id="311" r:id="rId89"/>
    <p:sldId id="312" r:id="rId90"/>
    <p:sldId id="313" r:id="rId91"/>
    <p:sldId id="314" r:id="rId92"/>
    <p:sldId id="315" r:id="rId93"/>
    <p:sldId id="316" r:id="rId94"/>
    <p:sldId id="317" r:id="rId95"/>
    <p:sldId id="318" r:id="rId96"/>
    <p:sldId id="319" r:id="rId97"/>
    <p:sldId id="320" r:id="rId98"/>
    <p:sldId id="321" r:id="rId99"/>
    <p:sldId id="322" r:id="rId100"/>
    <p:sldId id="323" r:id="rId101"/>
    <p:sldId id="324" r:id="rId102"/>
    <p:sldId id="325" r:id="rId103"/>
    <p:sldId id="326" r:id="rId104"/>
    <p:sldId id="327" r:id="rId105"/>
    <p:sldId id="328" r:id="rId106"/>
    <p:sldId id="329" r:id="rId107"/>
    <p:sldId id="330" r:id="rId108"/>
    <p:sldId id="331" r:id="rId109"/>
    <p:sldId id="332" r:id="rId110"/>
    <p:sldId id="333" r:id="rId111"/>
    <p:sldId id="334" r:id="rId112"/>
    <p:sldId id="335" r:id="rId113"/>
    <p:sldId id="336" r:id="rId114"/>
    <p:sldId id="337" r:id="rId115"/>
    <p:sldId id="338" r:id="rId116"/>
    <p:sldId id="339" r:id="rId117"/>
    <p:sldId id="340" r:id="rId118"/>
    <p:sldId id="341" r:id="rId119"/>
    <p:sldId id="342" r:id="rId120"/>
    <p:sldId id="343" r:id="rId121"/>
    <p:sldId id="344" r:id="rId122"/>
    <p:sldId id="345" r:id="rId123"/>
    <p:sldId id="346" r:id="rId124"/>
    <p:sldId id="347" r:id="rId125"/>
    <p:sldId id="348" r:id="rId126"/>
    <p:sldId id="349" r:id="rId127"/>
    <p:sldId id="350" r:id="rId128"/>
    <p:sldId id="351" r:id="rId129"/>
    <p:sldId id="352" r:id="rId130"/>
    <p:sldId id="353" r:id="rId131"/>
    <p:sldId id="354" r:id="rId132"/>
    <p:sldId id="355" r:id="rId133"/>
    <p:sldId id="356" r:id="rId134"/>
    <p:sldId id="357" r:id="rId135"/>
    <p:sldId id="358" r:id="rId136"/>
    <p:sldId id="359" r:id="rId137"/>
    <p:sldId id="360" r:id="rId138"/>
    <p:sldId id="361" r:id="rId139"/>
    <p:sldId id="362" r:id="rId140"/>
    <p:sldId id="363" r:id="rId141"/>
    <p:sldId id="364" r:id="rId142"/>
    <p:sldId id="365" r:id="rId143"/>
    <p:sldId id="366" r:id="rId144"/>
    <p:sldId id="367" r:id="rId145"/>
    <p:sldId id="368" r:id="rId146"/>
    <p:sldId id="369" r:id="rId147"/>
    <p:sldId id="370" r:id="rId148"/>
    <p:sldId id="371" r:id="rId149"/>
    <p:sldId id="372" r:id="rId150"/>
    <p:sldId id="373" r:id="rId151"/>
    <p:sldId id="374" r:id="rId152"/>
    <p:sldId id="375" r:id="rId153"/>
    <p:sldId id="376" r:id="rId154"/>
    <p:sldId id="377" r:id="rId155"/>
    <p:sldId id="378" r:id="rId156"/>
    <p:sldId id="379" r:id="rId157"/>
    <p:sldId id="380" r:id="rId158"/>
    <p:sldId id="381" r:id="rId159"/>
    <p:sldId id="382" r:id="rId160"/>
    <p:sldId id="383" r:id="rId161"/>
    <p:sldId id="384" r:id="rId162"/>
    <p:sldId id="385" r:id="rId163"/>
    <p:sldId id="386" r:id="rId164"/>
    <p:sldId id="387" r:id="rId165"/>
    <p:sldId id="388" r:id="rId166"/>
    <p:sldId id="389" r:id="rId167"/>
    <p:sldId id="390" r:id="rId168"/>
    <p:sldId id="391" r:id="rId169"/>
    <p:sldId id="392" r:id="rId170"/>
    <p:sldId id="393" r:id="rId171"/>
    <p:sldId id="394" r:id="rId172"/>
    <p:sldId id="395" r:id="rId173"/>
    <p:sldId id="396" r:id="rId174"/>
    <p:sldId id="397" r:id="rId175"/>
    <p:sldId id="398" r:id="rId176"/>
    <p:sldId id="399" r:id="rId177"/>
  </p:sldIdLst>
  <p:sldSz cy="6858000" cx="9144000"/>
  <p:notesSz cx="6858000" cy="9144000"/>
  <p:embeddedFontLst>
    <p:embeddedFont>
      <p:font typeface="Helvetica Neue"/>
      <p:regular r:id="rId178"/>
      <p:bold r:id="rId179"/>
      <p:italic r:id="rId180"/>
      <p:boldItalic r:id="rId181"/>
    </p:embeddedFont>
    <p:embeddedFont>
      <p:font typeface="Questrial"/>
      <p:regular r:id="rId1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83" roundtripDataSignature="AMtx7mi9yyeahk7gG9l7Djsh1G/fTUCe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4674E1-DBB4-4307-99C5-926775602499}">
  <a:tblStyle styleId="{694674E1-DBB4-4307-99C5-92677560249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7.xml"/><Relationship Id="rId42" Type="http://schemas.openxmlformats.org/officeDocument/2006/relationships/slide" Target="slides/slide9.xml"/><Relationship Id="rId41" Type="http://schemas.openxmlformats.org/officeDocument/2006/relationships/slide" Target="slides/slide8.xml"/><Relationship Id="rId44" Type="http://schemas.openxmlformats.org/officeDocument/2006/relationships/slide" Target="slides/slide11.xml"/><Relationship Id="rId43" Type="http://schemas.openxmlformats.org/officeDocument/2006/relationships/slide" Target="slides/slide10.xml"/><Relationship Id="rId46" Type="http://schemas.openxmlformats.org/officeDocument/2006/relationships/slide" Target="slides/slide13.xml"/><Relationship Id="rId45" Type="http://schemas.openxmlformats.org/officeDocument/2006/relationships/slide" Target="slides/slide12.xml"/><Relationship Id="rId107" Type="http://schemas.openxmlformats.org/officeDocument/2006/relationships/slide" Target="slides/slide74.xml"/><Relationship Id="rId106" Type="http://schemas.openxmlformats.org/officeDocument/2006/relationships/slide" Target="slides/slide73.xml"/><Relationship Id="rId105" Type="http://schemas.openxmlformats.org/officeDocument/2006/relationships/slide" Target="slides/slide72.xml"/><Relationship Id="rId104" Type="http://schemas.openxmlformats.org/officeDocument/2006/relationships/slide" Target="slides/slide71.xml"/><Relationship Id="rId109" Type="http://schemas.openxmlformats.org/officeDocument/2006/relationships/slide" Target="slides/slide76.xml"/><Relationship Id="rId108" Type="http://schemas.openxmlformats.org/officeDocument/2006/relationships/slide" Target="slides/slide75.xml"/><Relationship Id="rId48" Type="http://schemas.openxmlformats.org/officeDocument/2006/relationships/slide" Target="slides/slide15.xml"/><Relationship Id="rId47" Type="http://schemas.openxmlformats.org/officeDocument/2006/relationships/slide" Target="slides/slide14.xml"/><Relationship Id="rId49" Type="http://schemas.openxmlformats.org/officeDocument/2006/relationships/slide" Target="slides/slide16.xml"/><Relationship Id="rId103" Type="http://schemas.openxmlformats.org/officeDocument/2006/relationships/slide" Target="slides/slide70.xml"/><Relationship Id="rId102" Type="http://schemas.openxmlformats.org/officeDocument/2006/relationships/slide" Target="slides/slide69.xml"/><Relationship Id="rId101" Type="http://schemas.openxmlformats.org/officeDocument/2006/relationships/slide" Target="slides/slide68.xml"/><Relationship Id="rId100" Type="http://schemas.openxmlformats.org/officeDocument/2006/relationships/slide" Target="slides/slide67.xml"/><Relationship Id="rId31" Type="http://schemas.openxmlformats.org/officeDocument/2006/relationships/slideMaster" Target="slideMasters/slideMaster27.xml"/><Relationship Id="rId30" Type="http://schemas.openxmlformats.org/officeDocument/2006/relationships/slideMaster" Target="slideMasters/slideMaster26.xml"/><Relationship Id="rId33" Type="http://schemas.openxmlformats.org/officeDocument/2006/relationships/notesMaster" Target="notesMasters/notesMaster1.xml"/><Relationship Id="rId183" Type="http://customschemas.google.com/relationships/presentationmetadata" Target="metadata"/><Relationship Id="rId32" Type="http://schemas.openxmlformats.org/officeDocument/2006/relationships/slideMaster" Target="slideMasters/slideMaster28.xml"/><Relationship Id="rId182" Type="http://schemas.openxmlformats.org/officeDocument/2006/relationships/font" Target="fonts/Questrial-regular.fntdata"/><Relationship Id="rId35" Type="http://schemas.openxmlformats.org/officeDocument/2006/relationships/slide" Target="slides/slide2.xml"/><Relationship Id="rId181" Type="http://schemas.openxmlformats.org/officeDocument/2006/relationships/font" Target="fonts/HelveticaNeue-boldItalic.fntdata"/><Relationship Id="rId34" Type="http://schemas.openxmlformats.org/officeDocument/2006/relationships/slide" Target="slides/slide1.xml"/><Relationship Id="rId180" Type="http://schemas.openxmlformats.org/officeDocument/2006/relationships/font" Target="fonts/HelveticaNeue-italic.fntdata"/><Relationship Id="rId37" Type="http://schemas.openxmlformats.org/officeDocument/2006/relationships/slide" Target="slides/slide4.xml"/><Relationship Id="rId176" Type="http://schemas.openxmlformats.org/officeDocument/2006/relationships/slide" Target="slides/slide143.xml"/><Relationship Id="rId36" Type="http://schemas.openxmlformats.org/officeDocument/2006/relationships/slide" Target="slides/slide3.xml"/><Relationship Id="rId175" Type="http://schemas.openxmlformats.org/officeDocument/2006/relationships/slide" Target="slides/slide142.xml"/><Relationship Id="rId39" Type="http://schemas.openxmlformats.org/officeDocument/2006/relationships/slide" Target="slides/slide6.xml"/><Relationship Id="rId174" Type="http://schemas.openxmlformats.org/officeDocument/2006/relationships/slide" Target="slides/slide141.xml"/><Relationship Id="rId38" Type="http://schemas.openxmlformats.org/officeDocument/2006/relationships/slide" Target="slides/slide5.xml"/><Relationship Id="rId173" Type="http://schemas.openxmlformats.org/officeDocument/2006/relationships/slide" Target="slides/slide140.xml"/><Relationship Id="rId179" Type="http://schemas.openxmlformats.org/officeDocument/2006/relationships/font" Target="fonts/HelveticaNeue-bold.fntdata"/><Relationship Id="rId178" Type="http://schemas.openxmlformats.org/officeDocument/2006/relationships/font" Target="fonts/HelveticaNeue-regular.fntdata"/><Relationship Id="rId177" Type="http://schemas.openxmlformats.org/officeDocument/2006/relationships/slide" Target="slides/slide144.xml"/><Relationship Id="rId20" Type="http://schemas.openxmlformats.org/officeDocument/2006/relationships/slideMaster" Target="slideMasters/slideMaster16.xml"/><Relationship Id="rId22" Type="http://schemas.openxmlformats.org/officeDocument/2006/relationships/slideMaster" Target="slideMasters/slideMaster18.xml"/><Relationship Id="rId21" Type="http://schemas.openxmlformats.org/officeDocument/2006/relationships/slideMaster" Target="slideMasters/slideMaster17.xml"/><Relationship Id="rId24" Type="http://schemas.openxmlformats.org/officeDocument/2006/relationships/slideMaster" Target="slideMasters/slideMaster20.xml"/><Relationship Id="rId23" Type="http://schemas.openxmlformats.org/officeDocument/2006/relationships/slideMaster" Target="slideMasters/slideMaster19.xml"/><Relationship Id="rId129" Type="http://schemas.openxmlformats.org/officeDocument/2006/relationships/slide" Target="slides/slide96.xml"/><Relationship Id="rId128" Type="http://schemas.openxmlformats.org/officeDocument/2006/relationships/slide" Target="slides/slide95.xml"/><Relationship Id="rId127" Type="http://schemas.openxmlformats.org/officeDocument/2006/relationships/slide" Target="slides/slide94.xml"/><Relationship Id="rId126" Type="http://schemas.openxmlformats.org/officeDocument/2006/relationships/slide" Target="slides/slide93.xml"/><Relationship Id="rId26" Type="http://schemas.openxmlformats.org/officeDocument/2006/relationships/slideMaster" Target="slideMasters/slideMaster22.xml"/><Relationship Id="rId121" Type="http://schemas.openxmlformats.org/officeDocument/2006/relationships/slide" Target="slides/slide88.xml"/><Relationship Id="rId25" Type="http://schemas.openxmlformats.org/officeDocument/2006/relationships/slideMaster" Target="slideMasters/slideMaster21.xml"/><Relationship Id="rId120" Type="http://schemas.openxmlformats.org/officeDocument/2006/relationships/slide" Target="slides/slide87.xml"/><Relationship Id="rId28" Type="http://schemas.openxmlformats.org/officeDocument/2006/relationships/slideMaster" Target="slideMasters/slideMaster24.xml"/><Relationship Id="rId27" Type="http://schemas.openxmlformats.org/officeDocument/2006/relationships/slideMaster" Target="slideMasters/slideMaster23.xml"/><Relationship Id="rId125" Type="http://schemas.openxmlformats.org/officeDocument/2006/relationships/slide" Target="slides/slide92.xml"/><Relationship Id="rId29" Type="http://schemas.openxmlformats.org/officeDocument/2006/relationships/slideMaster" Target="slideMasters/slideMaster25.xml"/><Relationship Id="rId124" Type="http://schemas.openxmlformats.org/officeDocument/2006/relationships/slide" Target="slides/slide91.xml"/><Relationship Id="rId123" Type="http://schemas.openxmlformats.org/officeDocument/2006/relationships/slide" Target="slides/slide90.xml"/><Relationship Id="rId122" Type="http://schemas.openxmlformats.org/officeDocument/2006/relationships/slide" Target="slides/slide89.xml"/><Relationship Id="rId95" Type="http://schemas.openxmlformats.org/officeDocument/2006/relationships/slide" Target="slides/slide62.xml"/><Relationship Id="rId94" Type="http://schemas.openxmlformats.org/officeDocument/2006/relationships/slide" Target="slides/slide61.xml"/><Relationship Id="rId97" Type="http://schemas.openxmlformats.org/officeDocument/2006/relationships/slide" Target="slides/slide64.xml"/><Relationship Id="rId96" Type="http://schemas.openxmlformats.org/officeDocument/2006/relationships/slide" Target="slides/slide63.xml"/><Relationship Id="rId11" Type="http://schemas.openxmlformats.org/officeDocument/2006/relationships/slideMaster" Target="slideMasters/slideMaster7.xml"/><Relationship Id="rId99" Type="http://schemas.openxmlformats.org/officeDocument/2006/relationships/slide" Target="slides/slide66.xml"/><Relationship Id="rId10" Type="http://schemas.openxmlformats.org/officeDocument/2006/relationships/slideMaster" Target="slideMasters/slideMaster6.xml"/><Relationship Id="rId98" Type="http://schemas.openxmlformats.org/officeDocument/2006/relationships/slide" Target="slides/slide65.xml"/><Relationship Id="rId13" Type="http://schemas.openxmlformats.org/officeDocument/2006/relationships/slideMaster" Target="slideMasters/slideMaster9.xml"/><Relationship Id="rId12" Type="http://schemas.openxmlformats.org/officeDocument/2006/relationships/slideMaster" Target="slideMasters/slideMaster8.xml"/><Relationship Id="rId91" Type="http://schemas.openxmlformats.org/officeDocument/2006/relationships/slide" Target="slides/slide58.xml"/><Relationship Id="rId90" Type="http://schemas.openxmlformats.org/officeDocument/2006/relationships/slide" Target="slides/slide57.xml"/><Relationship Id="rId93" Type="http://schemas.openxmlformats.org/officeDocument/2006/relationships/slide" Target="slides/slide60.xml"/><Relationship Id="rId92" Type="http://schemas.openxmlformats.org/officeDocument/2006/relationships/slide" Target="slides/slide59.xml"/><Relationship Id="rId118" Type="http://schemas.openxmlformats.org/officeDocument/2006/relationships/slide" Target="slides/slide85.xml"/><Relationship Id="rId117" Type="http://schemas.openxmlformats.org/officeDocument/2006/relationships/slide" Target="slides/slide84.xml"/><Relationship Id="rId116" Type="http://schemas.openxmlformats.org/officeDocument/2006/relationships/slide" Target="slides/slide83.xml"/><Relationship Id="rId115" Type="http://schemas.openxmlformats.org/officeDocument/2006/relationships/slide" Target="slides/slide82.xml"/><Relationship Id="rId119" Type="http://schemas.openxmlformats.org/officeDocument/2006/relationships/slide" Target="slides/slide86.xml"/><Relationship Id="rId15" Type="http://schemas.openxmlformats.org/officeDocument/2006/relationships/slideMaster" Target="slideMasters/slideMaster11.xml"/><Relationship Id="rId110" Type="http://schemas.openxmlformats.org/officeDocument/2006/relationships/slide" Target="slides/slide77.xml"/><Relationship Id="rId14" Type="http://schemas.openxmlformats.org/officeDocument/2006/relationships/slideMaster" Target="slideMasters/slideMaster10.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Master" Target="slideMasters/slideMaster15.xml"/><Relationship Id="rId114" Type="http://schemas.openxmlformats.org/officeDocument/2006/relationships/slide" Target="slides/slide81.xml"/><Relationship Id="rId18" Type="http://schemas.openxmlformats.org/officeDocument/2006/relationships/slideMaster" Target="slideMasters/slideMaster14.xml"/><Relationship Id="rId113" Type="http://schemas.openxmlformats.org/officeDocument/2006/relationships/slide" Target="slides/slide80.xml"/><Relationship Id="rId112" Type="http://schemas.openxmlformats.org/officeDocument/2006/relationships/slide" Target="slides/slide79.xml"/><Relationship Id="rId111" Type="http://schemas.openxmlformats.org/officeDocument/2006/relationships/slide" Target="slides/slide78.xml"/><Relationship Id="rId84" Type="http://schemas.openxmlformats.org/officeDocument/2006/relationships/slide" Target="slides/slide51.xml"/><Relationship Id="rId83" Type="http://schemas.openxmlformats.org/officeDocument/2006/relationships/slide" Target="slides/slide50.xml"/><Relationship Id="rId86" Type="http://schemas.openxmlformats.org/officeDocument/2006/relationships/slide" Target="slides/slide53.xml"/><Relationship Id="rId85" Type="http://schemas.openxmlformats.org/officeDocument/2006/relationships/slide" Target="slides/slide52.xml"/><Relationship Id="rId88" Type="http://schemas.openxmlformats.org/officeDocument/2006/relationships/slide" Target="slides/slide55.xml"/><Relationship Id="rId150" Type="http://schemas.openxmlformats.org/officeDocument/2006/relationships/slide" Target="slides/slide117.xml"/><Relationship Id="rId87" Type="http://schemas.openxmlformats.org/officeDocument/2006/relationships/slide" Target="slides/slide54.xml"/><Relationship Id="rId89" Type="http://schemas.openxmlformats.org/officeDocument/2006/relationships/slide" Target="slides/slide56.xml"/><Relationship Id="rId80" Type="http://schemas.openxmlformats.org/officeDocument/2006/relationships/slide" Target="slides/slide47.xml"/><Relationship Id="rId82" Type="http://schemas.openxmlformats.org/officeDocument/2006/relationships/slide" Target="slides/slide49.xml"/><Relationship Id="rId81" Type="http://schemas.openxmlformats.org/officeDocument/2006/relationships/slide" Target="slides/slide48.xml"/><Relationship Id="rId1" Type="http://schemas.openxmlformats.org/officeDocument/2006/relationships/theme" Target="theme/theme10.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16.xml"/><Relationship Id="rId4" Type="http://schemas.openxmlformats.org/officeDocument/2006/relationships/tableStyles" Target="tableStyles.xml"/><Relationship Id="rId148" Type="http://schemas.openxmlformats.org/officeDocument/2006/relationships/slide" Target="slides/slide115.xml"/><Relationship Id="rId9" Type="http://schemas.openxmlformats.org/officeDocument/2006/relationships/slideMaster" Target="slideMasters/slideMaster5.xml"/><Relationship Id="rId143" Type="http://schemas.openxmlformats.org/officeDocument/2006/relationships/slide" Target="slides/slide110.xml"/><Relationship Id="rId142" Type="http://schemas.openxmlformats.org/officeDocument/2006/relationships/slide" Target="slides/slide109.xml"/><Relationship Id="rId141" Type="http://schemas.openxmlformats.org/officeDocument/2006/relationships/slide" Target="slides/slide108.xml"/><Relationship Id="rId140" Type="http://schemas.openxmlformats.org/officeDocument/2006/relationships/slide" Target="slides/slide107.xml"/><Relationship Id="rId5" Type="http://schemas.openxmlformats.org/officeDocument/2006/relationships/slideMaster" Target="slideMasters/slideMaster1.xml"/><Relationship Id="rId147" Type="http://schemas.openxmlformats.org/officeDocument/2006/relationships/slide" Target="slides/slide114.xml"/><Relationship Id="rId6" Type="http://schemas.openxmlformats.org/officeDocument/2006/relationships/slideMaster" Target="slideMasters/slideMaster2.xml"/><Relationship Id="rId146" Type="http://schemas.openxmlformats.org/officeDocument/2006/relationships/slide" Target="slides/slide113.xml"/><Relationship Id="rId7" Type="http://schemas.openxmlformats.org/officeDocument/2006/relationships/slideMaster" Target="slideMasters/slideMaster3.xml"/><Relationship Id="rId145" Type="http://schemas.openxmlformats.org/officeDocument/2006/relationships/slide" Target="slides/slide112.xml"/><Relationship Id="rId8" Type="http://schemas.openxmlformats.org/officeDocument/2006/relationships/slideMaster" Target="slideMasters/slideMaster4.xml"/><Relationship Id="rId144" Type="http://schemas.openxmlformats.org/officeDocument/2006/relationships/slide" Target="slides/slide111.xml"/><Relationship Id="rId73" Type="http://schemas.openxmlformats.org/officeDocument/2006/relationships/slide" Target="slides/slide40.xml"/><Relationship Id="rId72" Type="http://schemas.openxmlformats.org/officeDocument/2006/relationships/slide" Target="slides/slide39.xml"/><Relationship Id="rId75" Type="http://schemas.openxmlformats.org/officeDocument/2006/relationships/slide" Target="slides/slide42.xml"/><Relationship Id="rId74" Type="http://schemas.openxmlformats.org/officeDocument/2006/relationships/slide" Target="slides/slide41.xml"/><Relationship Id="rId77" Type="http://schemas.openxmlformats.org/officeDocument/2006/relationships/slide" Target="slides/slide44.xml"/><Relationship Id="rId76" Type="http://schemas.openxmlformats.org/officeDocument/2006/relationships/slide" Target="slides/slide43.xml"/><Relationship Id="rId79" Type="http://schemas.openxmlformats.org/officeDocument/2006/relationships/slide" Target="slides/slide46.xml"/><Relationship Id="rId78" Type="http://schemas.openxmlformats.org/officeDocument/2006/relationships/slide" Target="slides/slide45.xml"/><Relationship Id="rId71" Type="http://schemas.openxmlformats.org/officeDocument/2006/relationships/slide" Target="slides/slide38.xml"/><Relationship Id="rId70" Type="http://schemas.openxmlformats.org/officeDocument/2006/relationships/slide" Target="slides/slide37.xml"/><Relationship Id="rId139" Type="http://schemas.openxmlformats.org/officeDocument/2006/relationships/slide" Target="slides/slide106.xml"/><Relationship Id="rId138" Type="http://schemas.openxmlformats.org/officeDocument/2006/relationships/slide" Target="slides/slide105.xml"/><Relationship Id="rId137" Type="http://schemas.openxmlformats.org/officeDocument/2006/relationships/slide" Target="slides/slide104.xml"/><Relationship Id="rId132" Type="http://schemas.openxmlformats.org/officeDocument/2006/relationships/slide" Target="slides/slide99.xml"/><Relationship Id="rId131" Type="http://schemas.openxmlformats.org/officeDocument/2006/relationships/slide" Target="slides/slide98.xml"/><Relationship Id="rId130" Type="http://schemas.openxmlformats.org/officeDocument/2006/relationships/slide" Target="slides/slide97.xml"/><Relationship Id="rId136" Type="http://schemas.openxmlformats.org/officeDocument/2006/relationships/slide" Target="slides/slide103.xml"/><Relationship Id="rId135" Type="http://schemas.openxmlformats.org/officeDocument/2006/relationships/slide" Target="slides/slide102.xml"/><Relationship Id="rId134" Type="http://schemas.openxmlformats.org/officeDocument/2006/relationships/slide" Target="slides/slide101.xml"/><Relationship Id="rId133" Type="http://schemas.openxmlformats.org/officeDocument/2006/relationships/slide" Target="slides/slide100.xml"/><Relationship Id="rId62" Type="http://schemas.openxmlformats.org/officeDocument/2006/relationships/slide" Target="slides/slide29.xml"/><Relationship Id="rId61" Type="http://schemas.openxmlformats.org/officeDocument/2006/relationships/slide" Target="slides/slide28.xml"/><Relationship Id="rId64" Type="http://schemas.openxmlformats.org/officeDocument/2006/relationships/slide" Target="slides/slide31.xml"/><Relationship Id="rId63" Type="http://schemas.openxmlformats.org/officeDocument/2006/relationships/slide" Target="slides/slide30.xml"/><Relationship Id="rId66" Type="http://schemas.openxmlformats.org/officeDocument/2006/relationships/slide" Target="slides/slide33.xml"/><Relationship Id="rId172" Type="http://schemas.openxmlformats.org/officeDocument/2006/relationships/slide" Target="slides/slide139.xml"/><Relationship Id="rId65" Type="http://schemas.openxmlformats.org/officeDocument/2006/relationships/slide" Target="slides/slide32.xml"/><Relationship Id="rId171" Type="http://schemas.openxmlformats.org/officeDocument/2006/relationships/slide" Target="slides/slide138.xml"/><Relationship Id="rId68" Type="http://schemas.openxmlformats.org/officeDocument/2006/relationships/slide" Target="slides/slide35.xml"/><Relationship Id="rId170" Type="http://schemas.openxmlformats.org/officeDocument/2006/relationships/slide" Target="slides/slide137.xml"/><Relationship Id="rId67" Type="http://schemas.openxmlformats.org/officeDocument/2006/relationships/slide" Target="slides/slide34.xml"/><Relationship Id="rId60" Type="http://schemas.openxmlformats.org/officeDocument/2006/relationships/slide" Target="slides/slide27.xml"/><Relationship Id="rId165" Type="http://schemas.openxmlformats.org/officeDocument/2006/relationships/slide" Target="slides/slide132.xml"/><Relationship Id="rId69" Type="http://schemas.openxmlformats.org/officeDocument/2006/relationships/slide" Target="slides/slide36.xml"/><Relationship Id="rId164" Type="http://schemas.openxmlformats.org/officeDocument/2006/relationships/slide" Target="slides/slide131.xml"/><Relationship Id="rId163" Type="http://schemas.openxmlformats.org/officeDocument/2006/relationships/slide" Target="slides/slide130.xml"/><Relationship Id="rId162" Type="http://schemas.openxmlformats.org/officeDocument/2006/relationships/slide" Target="slides/slide129.xml"/><Relationship Id="rId169" Type="http://schemas.openxmlformats.org/officeDocument/2006/relationships/slide" Target="slides/slide136.xml"/><Relationship Id="rId168" Type="http://schemas.openxmlformats.org/officeDocument/2006/relationships/slide" Target="slides/slide135.xml"/><Relationship Id="rId167" Type="http://schemas.openxmlformats.org/officeDocument/2006/relationships/slide" Target="slides/slide134.xml"/><Relationship Id="rId166" Type="http://schemas.openxmlformats.org/officeDocument/2006/relationships/slide" Target="slides/slide133.xml"/><Relationship Id="rId51" Type="http://schemas.openxmlformats.org/officeDocument/2006/relationships/slide" Target="slides/slide18.xml"/><Relationship Id="rId50" Type="http://schemas.openxmlformats.org/officeDocument/2006/relationships/slide" Target="slides/slide17.xml"/><Relationship Id="rId53" Type="http://schemas.openxmlformats.org/officeDocument/2006/relationships/slide" Target="slides/slide20.xml"/><Relationship Id="rId52" Type="http://schemas.openxmlformats.org/officeDocument/2006/relationships/slide" Target="slides/slide19.xml"/><Relationship Id="rId55" Type="http://schemas.openxmlformats.org/officeDocument/2006/relationships/slide" Target="slides/slide22.xml"/><Relationship Id="rId161" Type="http://schemas.openxmlformats.org/officeDocument/2006/relationships/slide" Target="slides/slide128.xml"/><Relationship Id="rId54" Type="http://schemas.openxmlformats.org/officeDocument/2006/relationships/slide" Target="slides/slide21.xml"/><Relationship Id="rId160" Type="http://schemas.openxmlformats.org/officeDocument/2006/relationships/slide" Target="slides/slide127.xml"/><Relationship Id="rId57" Type="http://schemas.openxmlformats.org/officeDocument/2006/relationships/slide" Target="slides/slide24.xml"/><Relationship Id="rId56" Type="http://schemas.openxmlformats.org/officeDocument/2006/relationships/slide" Target="slides/slide23.xml"/><Relationship Id="rId159" Type="http://schemas.openxmlformats.org/officeDocument/2006/relationships/slide" Target="slides/slide126.xml"/><Relationship Id="rId59" Type="http://schemas.openxmlformats.org/officeDocument/2006/relationships/slide" Target="slides/slide26.xml"/><Relationship Id="rId154" Type="http://schemas.openxmlformats.org/officeDocument/2006/relationships/slide" Target="slides/slide121.xml"/><Relationship Id="rId58" Type="http://schemas.openxmlformats.org/officeDocument/2006/relationships/slide" Target="slides/slide25.xml"/><Relationship Id="rId153" Type="http://schemas.openxmlformats.org/officeDocument/2006/relationships/slide" Target="slides/slide120.xml"/><Relationship Id="rId152" Type="http://schemas.openxmlformats.org/officeDocument/2006/relationships/slide" Target="slides/slide119.xml"/><Relationship Id="rId151" Type="http://schemas.openxmlformats.org/officeDocument/2006/relationships/slide" Target="slides/slide118.xml"/><Relationship Id="rId158" Type="http://schemas.openxmlformats.org/officeDocument/2006/relationships/slide" Target="slides/slide125.xml"/><Relationship Id="rId157" Type="http://schemas.openxmlformats.org/officeDocument/2006/relationships/slide" Target="slides/slide124.xml"/><Relationship Id="rId156" Type="http://schemas.openxmlformats.org/officeDocument/2006/relationships/slide" Target="slides/slide123.xml"/><Relationship Id="rId155"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35" name="Google Shape;635;p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56" name="Google Shape;656;p10: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3" name="Google Shape;663;p11: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 name="Google Shape;83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0" name="Google Shape;85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5" name="Google Shape;88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7" name="Google Shape;90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4" name="Google Shape;91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 name="Google Shape;92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 name="Google Shape;94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9" name="Google Shape;94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 name="Google Shape;95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0" name="Google Shape;99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 name="Google Shape;997;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9" name="Google Shape;1099;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5" name="Google Shape;1155;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3" name="Google Shape;1183;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0" name="Google Shape;1190;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8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7" name="Google Shape;1217;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4" name="Google Shape;1224;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5" name="Google Shape;1245;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2" name="Google Shape;1252;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6" name="Google Shape;1266;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3" name="Google Shape;1273;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0" name="Google Shape;1280;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7" name="Google Shape;1287;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9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1" name="Google Shape;130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9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10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2" name="Google Shape;1322;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10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10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6" name="Google Shape;1336;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10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4" name="Google Shape;1344;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10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0" name="Google Shape;1350;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0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6" name="Google Shape;1356;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1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1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1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7" name="Google Shape;1377;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1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3" name="Google Shape;1383;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0" name="Google Shape;1390;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1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7" name="Google Shape;1397;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1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5" name="Google Shape;1405;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1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1" name="Google Shape;1411;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1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8" name="Google Shape;1418;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1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5" name="Google Shape;1425;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p1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0" name="Google Shape;1440;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8" name="Google Shape;1448;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7" name="Google Shape;1457;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1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3" name="Google Shape;1473;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1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8" name="Google Shape;1488;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1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7" name="Google Shape;1497;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1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4" name="Google Shape;1504;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1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1" name="Google Shape;1511;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1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8" name="Google Shape;1518;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1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6" name="Google Shape;1526;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1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3" name="Google Shape;1533;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1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2" name="Google Shape;1542;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p1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4" name="Google Shape;1554;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1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1" name="Google Shape;1561;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p1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8" name="Google Shape;1568;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1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5" name="Google Shape;1575;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p1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9" name="Google Shape;1619;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p1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1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5" name="Google Shape;1635;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1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1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9" name="Google Shape;1649;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6" name="Google Shape;1656;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p1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3" name="Google Shape;1663;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0" name="Google Shape;1670;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p1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7" name="Google Shape;1677;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p1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6" name="Google Shape;1686;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4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4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14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14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 name="Google Shape;20;p14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4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14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 name="Google Shape;24;p14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4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14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 name="Google Shape;28;p14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14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 name="Shape 30"/>
        <p:cNvGrpSpPr/>
        <p:nvPr/>
      </p:nvGrpSpPr>
      <p:grpSpPr>
        <a:xfrm>
          <a:off x="0" y="0"/>
          <a:ext cx="0" cy="0"/>
          <a:chOff x="0" y="0"/>
          <a:chExt cx="0" cy="0"/>
        </a:xfrm>
      </p:grpSpPr>
      <p:sp>
        <p:nvSpPr>
          <p:cNvPr id="31" name="Google Shape;31;p157"/>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157"/>
          <p:cNvSpPr txBox="1"/>
          <p:nvPr>
            <p:ph idx="1" type="body"/>
          </p:nvPr>
        </p:nvSpPr>
        <p:spPr>
          <a:xfrm rot="5400000">
            <a:off x="781051"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15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 name="Google Shape;34;p15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15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 name="Shape 36"/>
        <p:cNvGrpSpPr/>
        <p:nvPr/>
      </p:nvGrpSpPr>
      <p:grpSpPr>
        <a:xfrm>
          <a:off x="0" y="0"/>
          <a:ext cx="0" cy="0"/>
          <a:chOff x="0" y="0"/>
          <a:chExt cx="0" cy="0"/>
        </a:xfrm>
      </p:grpSpPr>
      <p:sp>
        <p:nvSpPr>
          <p:cNvPr id="37" name="Google Shape;37;p15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158"/>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15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15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 name="Google Shape;41;p15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159"/>
          <p:cNvSpPr txBox="1"/>
          <p:nvPr>
            <p:ph type="title"/>
          </p:nvPr>
        </p:nvSpPr>
        <p:spPr>
          <a:xfrm>
            <a:off x="1792288" y="4800606"/>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159"/>
          <p:cNvSpPr/>
          <p:nvPr>
            <p:ph idx="2" type="pic"/>
          </p:nvPr>
        </p:nvSpPr>
        <p:spPr>
          <a:xfrm>
            <a:off x="1792288" y="612775"/>
            <a:ext cx="5486400" cy="4114800"/>
          </a:xfrm>
          <a:prstGeom prst="rect">
            <a:avLst/>
          </a:prstGeom>
          <a:noFill/>
          <a:ln>
            <a:noFill/>
          </a:ln>
        </p:spPr>
      </p:sp>
      <p:sp>
        <p:nvSpPr>
          <p:cNvPr id="45" name="Google Shape;45;p159"/>
          <p:cNvSpPr txBox="1"/>
          <p:nvPr>
            <p:ph idx="1" type="body"/>
          </p:nvPr>
        </p:nvSpPr>
        <p:spPr>
          <a:xfrm>
            <a:off x="1792288" y="5367344"/>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46" name="Google Shape;46;p15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15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 name="Google Shape;48;p15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160"/>
          <p:cNvSpPr txBox="1"/>
          <p:nvPr>
            <p:ph type="title"/>
          </p:nvPr>
        </p:nvSpPr>
        <p:spPr>
          <a:xfrm>
            <a:off x="457219"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160"/>
          <p:cNvSpPr txBox="1"/>
          <p:nvPr>
            <p:ph idx="1" type="body"/>
          </p:nvPr>
        </p:nvSpPr>
        <p:spPr>
          <a:xfrm>
            <a:off x="3575050" y="273062"/>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52" name="Google Shape;52;p160"/>
          <p:cNvSpPr txBox="1"/>
          <p:nvPr>
            <p:ph idx="2" type="body"/>
          </p:nvPr>
        </p:nvSpPr>
        <p:spPr>
          <a:xfrm>
            <a:off x="457219" y="1435103"/>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53" name="Google Shape;53;p16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 name="Google Shape;54;p16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16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16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9" name="Google Shape;59;p16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0" name="Google Shape;60;p161"/>
          <p:cNvSpPr txBox="1"/>
          <p:nvPr>
            <p:ph idx="3" type="body"/>
          </p:nvPr>
        </p:nvSpPr>
        <p:spPr>
          <a:xfrm>
            <a:off x="4645033"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61" name="Google Shape;61;p161"/>
          <p:cNvSpPr txBox="1"/>
          <p:nvPr>
            <p:ph idx="4" type="body"/>
          </p:nvPr>
        </p:nvSpPr>
        <p:spPr>
          <a:xfrm>
            <a:off x="4645033"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2" name="Google Shape;62;p16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6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 name="Google Shape;64;p16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16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6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8" name="Google Shape;68;p16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9" name="Google Shape;69;p16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6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16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63"/>
          <p:cNvSpPr txBox="1"/>
          <p:nvPr>
            <p:ph type="title"/>
          </p:nvPr>
        </p:nvSpPr>
        <p:spPr>
          <a:xfrm>
            <a:off x="722313" y="4406912"/>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63"/>
          <p:cNvSpPr txBox="1"/>
          <p:nvPr>
            <p:ph idx="1" type="body"/>
          </p:nvPr>
        </p:nvSpPr>
        <p:spPr>
          <a:xfrm>
            <a:off x="722313" y="2906713"/>
            <a:ext cx="7772400" cy="1500188"/>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75" name="Google Shape;75;p16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16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 name="Google Shape;77;p16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164"/>
          <p:cNvSpPr txBox="1"/>
          <p:nvPr>
            <p:ph type="ctrTitle"/>
          </p:nvPr>
        </p:nvSpPr>
        <p:spPr>
          <a:xfrm>
            <a:off x="685800" y="2130437"/>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64"/>
          <p:cNvSpPr txBox="1"/>
          <p:nvPr>
            <p:ph idx="1" type="subTitle"/>
          </p:nvPr>
        </p:nvSpPr>
        <p:spPr>
          <a:xfrm>
            <a:off x="1371600" y="3886204"/>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81" name="Google Shape;81;p16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2" name="Google Shape;82;p16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16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p150"/>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150"/>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101" name="Google Shape;101;p150"/>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 name="Google Shape;102;p150"/>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7" name="Shape 117"/>
        <p:cNvGrpSpPr/>
        <p:nvPr/>
      </p:nvGrpSpPr>
      <p:grpSpPr>
        <a:xfrm>
          <a:off x="0" y="0"/>
          <a:ext cx="0" cy="0"/>
          <a:chOff x="0" y="0"/>
          <a:chExt cx="0" cy="0"/>
        </a:xfrm>
      </p:grpSpPr>
      <p:sp>
        <p:nvSpPr>
          <p:cNvPr id="118" name="Google Shape;118;p1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152"/>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120" name="Google Shape;120;p152"/>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 name="Google Shape;121;p152"/>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6" name="Shape 136"/>
        <p:cNvGrpSpPr/>
        <p:nvPr/>
      </p:nvGrpSpPr>
      <p:grpSpPr>
        <a:xfrm>
          <a:off x="0" y="0"/>
          <a:ext cx="0" cy="0"/>
          <a:chOff x="0" y="0"/>
          <a:chExt cx="0" cy="0"/>
        </a:xfrm>
      </p:grpSpPr>
      <p:sp>
        <p:nvSpPr>
          <p:cNvPr id="137" name="Google Shape;137;p1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154"/>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139" name="Google Shape;139;p154"/>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0" name="Google Shape;140;p154"/>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5" name="Shape 155"/>
        <p:cNvGrpSpPr/>
        <p:nvPr/>
      </p:nvGrpSpPr>
      <p:grpSpPr>
        <a:xfrm>
          <a:off x="0" y="0"/>
          <a:ext cx="0" cy="0"/>
          <a:chOff x="0" y="0"/>
          <a:chExt cx="0" cy="0"/>
        </a:xfrm>
      </p:grpSpPr>
      <p:sp>
        <p:nvSpPr>
          <p:cNvPr id="156" name="Google Shape;156;p1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7" name="Google Shape;157;p156"/>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158" name="Google Shape;158;p156"/>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 name="Google Shape;159;p156"/>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1" name="Shape 231"/>
        <p:cNvGrpSpPr/>
        <p:nvPr/>
      </p:nvGrpSpPr>
      <p:grpSpPr>
        <a:xfrm>
          <a:off x="0" y="0"/>
          <a:ext cx="0" cy="0"/>
          <a:chOff x="0" y="0"/>
          <a:chExt cx="0" cy="0"/>
        </a:xfrm>
      </p:grpSpPr>
      <p:sp>
        <p:nvSpPr>
          <p:cNvPr id="232" name="Google Shape;232;p170"/>
          <p:cNvSpPr txBox="1"/>
          <p:nvPr>
            <p:ph type="ctrTitle"/>
          </p:nvPr>
        </p:nvSpPr>
        <p:spPr>
          <a:xfrm>
            <a:off x="685800" y="1736726"/>
            <a:ext cx="7772400" cy="1920875"/>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sz="5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3" name="Google Shape;233;p170"/>
          <p:cNvSpPr txBox="1"/>
          <p:nvPr>
            <p:ph idx="1" type="subTitle"/>
          </p:nvPr>
        </p:nvSpPr>
        <p:spPr>
          <a:xfrm>
            <a:off x="1371600" y="3886204"/>
            <a:ext cx="6400800" cy="1752600"/>
          </a:xfrm>
          <a:prstGeom prst="rect">
            <a:avLst/>
          </a:prstGeom>
          <a:noFill/>
          <a:ln>
            <a:noFill/>
          </a:ln>
        </p:spPr>
        <p:txBody>
          <a:bodyPr anchorCtr="0" anchor="t" bIns="51425" lIns="102850" spcFirstLastPara="1" rIns="102850" wrap="square" tIns="51425">
            <a:noAutofit/>
          </a:bodyPr>
          <a:lstStyle>
            <a:lvl1pPr lvl="0" algn="ctr">
              <a:spcBef>
                <a:spcPts val="540"/>
              </a:spcBef>
              <a:spcAft>
                <a:spcPts val="0"/>
              </a:spcAft>
              <a:buSzPts val="1890"/>
              <a:buFont typeface="Noto Sans Symbols"/>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360"/>
              </a:spcBef>
              <a:spcAft>
                <a:spcPts val="0"/>
              </a:spcAft>
              <a:buSzPts val="1260"/>
              <a:buChar char="■"/>
              <a:defRPr/>
            </a:lvl6pPr>
            <a:lvl7pPr lvl="6" algn="l">
              <a:spcBef>
                <a:spcPts val="360"/>
              </a:spcBef>
              <a:spcAft>
                <a:spcPts val="0"/>
              </a:spcAft>
              <a:buSzPts val="1260"/>
              <a:buChar char="■"/>
              <a:defRPr/>
            </a:lvl7pPr>
            <a:lvl8pPr lvl="7" algn="l">
              <a:spcBef>
                <a:spcPts val="360"/>
              </a:spcBef>
              <a:spcAft>
                <a:spcPts val="0"/>
              </a:spcAft>
              <a:buSzPts val="1260"/>
              <a:buChar char="■"/>
              <a:defRPr/>
            </a:lvl8pPr>
            <a:lvl9pPr lvl="8" algn="l">
              <a:spcBef>
                <a:spcPts val="360"/>
              </a:spcBef>
              <a:spcAft>
                <a:spcPts val="0"/>
              </a:spcAft>
              <a:buSzPts val="1260"/>
              <a:buChar char="■"/>
              <a:defRPr/>
            </a:lvl9pPr>
          </a:lstStyle>
          <a:p/>
        </p:txBody>
      </p:sp>
      <p:sp>
        <p:nvSpPr>
          <p:cNvPr id="234" name="Google Shape;234;p170"/>
          <p:cNvSpPr txBox="1"/>
          <p:nvPr>
            <p:ph idx="10" type="dt"/>
          </p:nvPr>
        </p:nvSpPr>
        <p:spPr>
          <a:xfrm>
            <a:off x="457200" y="6248400"/>
            <a:ext cx="213360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 name="Google Shape;235;p170"/>
          <p:cNvSpPr txBox="1"/>
          <p:nvPr>
            <p:ph idx="11" type="ftr"/>
          </p:nvPr>
        </p:nvSpPr>
        <p:spPr>
          <a:xfrm>
            <a:off x="3124200" y="6251575"/>
            <a:ext cx="289560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 name="Google Shape;236;p170"/>
          <p:cNvSpPr txBox="1"/>
          <p:nvPr>
            <p:ph idx="12" type="sldNum"/>
          </p:nvPr>
        </p:nvSpPr>
        <p:spPr>
          <a:xfrm>
            <a:off x="6553200" y="6254750"/>
            <a:ext cx="2133600"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1" name="Shape 251"/>
        <p:cNvGrpSpPr/>
        <p:nvPr/>
      </p:nvGrpSpPr>
      <p:grpSpPr>
        <a:xfrm>
          <a:off x="0" y="0"/>
          <a:ext cx="0" cy="0"/>
          <a:chOff x="0" y="0"/>
          <a:chExt cx="0" cy="0"/>
        </a:xfrm>
      </p:grpSpPr>
      <p:sp>
        <p:nvSpPr>
          <p:cNvPr id="252" name="Google Shape;252;p172"/>
          <p:cNvSpPr txBox="1"/>
          <p:nvPr>
            <p:ph type="title"/>
          </p:nvPr>
        </p:nvSpPr>
        <p:spPr>
          <a:xfrm>
            <a:off x="722489" y="4406911"/>
            <a:ext cx="7772400" cy="1362075"/>
          </a:xfrm>
          <a:prstGeom prst="rect">
            <a:avLst/>
          </a:prstGeom>
          <a:noFill/>
          <a:ln>
            <a:noFill/>
          </a:ln>
        </p:spPr>
        <p:txBody>
          <a:bodyPr anchorCtr="0" anchor="t" bIns="51425" lIns="102850" spcFirstLastPara="1" rIns="102850" wrap="square" tIns="514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3" name="Google Shape;253;p172"/>
          <p:cNvSpPr txBox="1"/>
          <p:nvPr>
            <p:ph idx="1" type="body"/>
          </p:nvPr>
        </p:nvSpPr>
        <p:spPr>
          <a:xfrm>
            <a:off x="722489" y="2906713"/>
            <a:ext cx="7772400" cy="1500188"/>
          </a:xfrm>
          <a:prstGeom prst="rect">
            <a:avLst/>
          </a:prstGeom>
          <a:noFill/>
          <a:ln>
            <a:noFill/>
          </a:ln>
        </p:spPr>
        <p:txBody>
          <a:bodyPr anchorCtr="0" anchor="b" bIns="51425" lIns="102850" spcFirstLastPara="1" rIns="102850" wrap="square" tIns="51425">
            <a:noAutofit/>
          </a:bodyPr>
          <a:lstStyle>
            <a:lvl1pPr indent="-228600" lvl="0" marL="457200" algn="l">
              <a:spcBef>
                <a:spcPts val="400"/>
              </a:spcBef>
              <a:spcAft>
                <a:spcPts val="0"/>
              </a:spcAft>
              <a:buSzPts val="1400"/>
              <a:buNone/>
              <a:defRPr sz="2000"/>
            </a:lvl1pPr>
            <a:lvl2pPr indent="-228600" lvl="1" marL="914400" algn="l">
              <a:spcBef>
                <a:spcPts val="360"/>
              </a:spcBef>
              <a:spcAft>
                <a:spcPts val="0"/>
              </a:spcAft>
              <a:buSzPts val="1260"/>
              <a:buNone/>
              <a:defRPr sz="1800"/>
            </a:lvl2pPr>
            <a:lvl3pPr indent="-228600" lvl="2" marL="1371600" algn="l">
              <a:spcBef>
                <a:spcPts val="320"/>
              </a:spcBef>
              <a:spcAft>
                <a:spcPts val="0"/>
              </a:spcAft>
              <a:buSzPts val="1120"/>
              <a:buNone/>
              <a:defRPr sz="1600"/>
            </a:lvl3pPr>
            <a:lvl4pPr indent="-228600" lvl="3" marL="1828800" algn="l">
              <a:spcBef>
                <a:spcPts val="280"/>
              </a:spcBef>
              <a:spcAft>
                <a:spcPts val="0"/>
              </a:spcAft>
              <a:buSzPts val="980"/>
              <a:buNone/>
              <a:defRPr sz="1400"/>
            </a:lvl4pPr>
            <a:lvl5pPr indent="-228600" lvl="4" marL="2286000" algn="l">
              <a:spcBef>
                <a:spcPts val="280"/>
              </a:spcBef>
              <a:spcAft>
                <a:spcPts val="0"/>
              </a:spcAft>
              <a:buSzPts val="980"/>
              <a:buNone/>
              <a:defRPr sz="1400"/>
            </a:lvl5pPr>
            <a:lvl6pPr indent="-228600" lvl="5" marL="2743200" algn="l">
              <a:spcBef>
                <a:spcPts val="280"/>
              </a:spcBef>
              <a:spcAft>
                <a:spcPts val="0"/>
              </a:spcAft>
              <a:buSzPts val="980"/>
              <a:buNone/>
              <a:defRPr sz="1400"/>
            </a:lvl6pPr>
            <a:lvl7pPr indent="-228600" lvl="6" marL="3200400" algn="l">
              <a:spcBef>
                <a:spcPts val="280"/>
              </a:spcBef>
              <a:spcAft>
                <a:spcPts val="0"/>
              </a:spcAft>
              <a:buSzPts val="980"/>
              <a:buNone/>
              <a:defRPr sz="1400"/>
            </a:lvl7pPr>
            <a:lvl8pPr indent="-228600" lvl="7" marL="3657600" algn="l">
              <a:spcBef>
                <a:spcPts val="280"/>
              </a:spcBef>
              <a:spcAft>
                <a:spcPts val="0"/>
              </a:spcAft>
              <a:buSzPts val="980"/>
              <a:buNone/>
              <a:defRPr sz="1400"/>
            </a:lvl8pPr>
            <a:lvl9pPr indent="-228600" lvl="8" marL="4114800" algn="l">
              <a:spcBef>
                <a:spcPts val="280"/>
              </a:spcBef>
              <a:spcAft>
                <a:spcPts val="0"/>
              </a:spcAft>
              <a:buSzPts val="980"/>
              <a:buNone/>
              <a:defRPr sz="1400"/>
            </a:lvl9pPr>
          </a:lstStyle>
          <a:p/>
        </p:txBody>
      </p:sp>
      <p:sp>
        <p:nvSpPr>
          <p:cNvPr id="254" name="Google Shape;254;p172"/>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5" name="Google Shape;255;p172"/>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0" name="Shape 270"/>
        <p:cNvGrpSpPr/>
        <p:nvPr/>
      </p:nvGrpSpPr>
      <p:grpSpPr>
        <a:xfrm>
          <a:off x="0" y="0"/>
          <a:ext cx="0" cy="0"/>
          <a:chOff x="0" y="0"/>
          <a:chExt cx="0" cy="0"/>
        </a:xfrm>
      </p:grpSpPr>
      <p:sp>
        <p:nvSpPr>
          <p:cNvPr id="271" name="Google Shape;271;p174"/>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2" name="Google Shape;272;p174"/>
          <p:cNvSpPr txBox="1"/>
          <p:nvPr>
            <p:ph idx="1" type="body"/>
          </p:nvPr>
        </p:nvSpPr>
        <p:spPr>
          <a:xfrm>
            <a:off x="457211" y="1600210"/>
            <a:ext cx="4047067" cy="4498975"/>
          </a:xfrm>
          <a:prstGeom prst="rect">
            <a:avLst/>
          </a:prstGeom>
          <a:noFill/>
          <a:ln>
            <a:noFill/>
          </a:ln>
        </p:spPr>
        <p:txBody>
          <a:bodyPr anchorCtr="0" anchor="t" bIns="51425" lIns="102850" spcFirstLastPara="1" rIns="102850" wrap="square" tIns="51425">
            <a:noAutofit/>
          </a:bodyPr>
          <a:lstStyle>
            <a:lvl1pPr indent="-353060" lvl="0" marL="457200" algn="l">
              <a:spcBef>
                <a:spcPts val="560"/>
              </a:spcBef>
              <a:spcAft>
                <a:spcPts val="0"/>
              </a:spcAft>
              <a:buSzPts val="1960"/>
              <a:buChar char="■"/>
              <a:defRPr sz="2800"/>
            </a:lvl1pPr>
            <a:lvl2pPr indent="-335280" lvl="1" marL="914400" algn="l">
              <a:spcBef>
                <a:spcPts val="480"/>
              </a:spcBef>
              <a:spcAft>
                <a:spcPts val="0"/>
              </a:spcAft>
              <a:buSzPts val="1680"/>
              <a:buChar char="■"/>
              <a:defRPr sz="2400"/>
            </a:lvl2pPr>
            <a:lvl3pPr indent="-317500" lvl="2" marL="1371600" algn="l">
              <a:spcBef>
                <a:spcPts val="400"/>
              </a:spcBef>
              <a:spcAft>
                <a:spcPts val="0"/>
              </a:spcAft>
              <a:buSzPts val="1400"/>
              <a:buChar char="■"/>
              <a:defRPr sz="2000"/>
            </a:lvl3pPr>
            <a:lvl4pPr indent="-308610" lvl="3" marL="1828800" algn="l">
              <a:spcBef>
                <a:spcPts val="360"/>
              </a:spcBef>
              <a:spcAft>
                <a:spcPts val="0"/>
              </a:spcAft>
              <a:buSzPts val="1260"/>
              <a:buChar char="■"/>
              <a:defRPr sz="1800"/>
            </a:lvl4pPr>
            <a:lvl5pPr indent="-308610" lvl="4" marL="2286000" algn="l">
              <a:spcBef>
                <a:spcPts val="360"/>
              </a:spcBef>
              <a:spcAft>
                <a:spcPts val="0"/>
              </a:spcAft>
              <a:buSzPts val="1260"/>
              <a:buChar char="■"/>
              <a:defRPr sz="1800"/>
            </a:lvl5pPr>
            <a:lvl6pPr indent="-308610" lvl="5" marL="2743200" algn="l">
              <a:spcBef>
                <a:spcPts val="360"/>
              </a:spcBef>
              <a:spcAft>
                <a:spcPts val="0"/>
              </a:spcAft>
              <a:buSzPts val="1260"/>
              <a:buChar char="■"/>
              <a:defRPr sz="1800"/>
            </a:lvl6pPr>
            <a:lvl7pPr indent="-308610" lvl="6" marL="3200400" algn="l">
              <a:spcBef>
                <a:spcPts val="360"/>
              </a:spcBef>
              <a:spcAft>
                <a:spcPts val="0"/>
              </a:spcAft>
              <a:buSzPts val="1260"/>
              <a:buChar char="■"/>
              <a:defRPr sz="1800"/>
            </a:lvl7pPr>
            <a:lvl8pPr indent="-308609" lvl="7" marL="3657600" algn="l">
              <a:spcBef>
                <a:spcPts val="360"/>
              </a:spcBef>
              <a:spcAft>
                <a:spcPts val="0"/>
              </a:spcAft>
              <a:buSzPts val="1260"/>
              <a:buChar char="■"/>
              <a:defRPr sz="1800"/>
            </a:lvl8pPr>
            <a:lvl9pPr indent="-308609" lvl="8" marL="4114800" algn="l">
              <a:spcBef>
                <a:spcPts val="360"/>
              </a:spcBef>
              <a:spcAft>
                <a:spcPts val="0"/>
              </a:spcAft>
              <a:buSzPts val="1260"/>
              <a:buChar char="■"/>
              <a:defRPr sz="1800"/>
            </a:lvl9pPr>
          </a:lstStyle>
          <a:p/>
        </p:txBody>
      </p:sp>
      <p:sp>
        <p:nvSpPr>
          <p:cNvPr id="273" name="Google Shape;273;p174"/>
          <p:cNvSpPr txBox="1"/>
          <p:nvPr>
            <p:ph idx="2" type="body"/>
          </p:nvPr>
        </p:nvSpPr>
        <p:spPr>
          <a:xfrm>
            <a:off x="4639737" y="1600210"/>
            <a:ext cx="4047067" cy="4498975"/>
          </a:xfrm>
          <a:prstGeom prst="rect">
            <a:avLst/>
          </a:prstGeom>
          <a:noFill/>
          <a:ln>
            <a:noFill/>
          </a:ln>
        </p:spPr>
        <p:txBody>
          <a:bodyPr anchorCtr="0" anchor="t" bIns="51425" lIns="102850" spcFirstLastPara="1" rIns="102850" wrap="square" tIns="51425">
            <a:noAutofit/>
          </a:bodyPr>
          <a:lstStyle>
            <a:lvl1pPr indent="-353060" lvl="0" marL="457200" algn="l">
              <a:spcBef>
                <a:spcPts val="560"/>
              </a:spcBef>
              <a:spcAft>
                <a:spcPts val="0"/>
              </a:spcAft>
              <a:buSzPts val="1960"/>
              <a:buChar char="■"/>
              <a:defRPr sz="2800"/>
            </a:lvl1pPr>
            <a:lvl2pPr indent="-335280" lvl="1" marL="914400" algn="l">
              <a:spcBef>
                <a:spcPts val="480"/>
              </a:spcBef>
              <a:spcAft>
                <a:spcPts val="0"/>
              </a:spcAft>
              <a:buSzPts val="1680"/>
              <a:buChar char="■"/>
              <a:defRPr sz="2400"/>
            </a:lvl2pPr>
            <a:lvl3pPr indent="-317500" lvl="2" marL="1371600" algn="l">
              <a:spcBef>
                <a:spcPts val="400"/>
              </a:spcBef>
              <a:spcAft>
                <a:spcPts val="0"/>
              </a:spcAft>
              <a:buSzPts val="1400"/>
              <a:buChar char="■"/>
              <a:defRPr sz="2000"/>
            </a:lvl3pPr>
            <a:lvl4pPr indent="-308610" lvl="3" marL="1828800" algn="l">
              <a:spcBef>
                <a:spcPts val="360"/>
              </a:spcBef>
              <a:spcAft>
                <a:spcPts val="0"/>
              </a:spcAft>
              <a:buSzPts val="1260"/>
              <a:buChar char="■"/>
              <a:defRPr sz="1800"/>
            </a:lvl4pPr>
            <a:lvl5pPr indent="-308610" lvl="4" marL="2286000" algn="l">
              <a:spcBef>
                <a:spcPts val="360"/>
              </a:spcBef>
              <a:spcAft>
                <a:spcPts val="0"/>
              </a:spcAft>
              <a:buSzPts val="1260"/>
              <a:buChar char="■"/>
              <a:defRPr sz="1800"/>
            </a:lvl5pPr>
            <a:lvl6pPr indent="-308610" lvl="5" marL="2743200" algn="l">
              <a:spcBef>
                <a:spcPts val="360"/>
              </a:spcBef>
              <a:spcAft>
                <a:spcPts val="0"/>
              </a:spcAft>
              <a:buSzPts val="1260"/>
              <a:buChar char="■"/>
              <a:defRPr sz="1800"/>
            </a:lvl6pPr>
            <a:lvl7pPr indent="-308610" lvl="6" marL="3200400" algn="l">
              <a:spcBef>
                <a:spcPts val="360"/>
              </a:spcBef>
              <a:spcAft>
                <a:spcPts val="0"/>
              </a:spcAft>
              <a:buSzPts val="1260"/>
              <a:buChar char="■"/>
              <a:defRPr sz="1800"/>
            </a:lvl7pPr>
            <a:lvl8pPr indent="-308609" lvl="7" marL="3657600" algn="l">
              <a:spcBef>
                <a:spcPts val="360"/>
              </a:spcBef>
              <a:spcAft>
                <a:spcPts val="0"/>
              </a:spcAft>
              <a:buSzPts val="1260"/>
              <a:buChar char="■"/>
              <a:defRPr sz="1800"/>
            </a:lvl8pPr>
            <a:lvl9pPr indent="-308609" lvl="8" marL="4114800" algn="l">
              <a:spcBef>
                <a:spcPts val="360"/>
              </a:spcBef>
              <a:spcAft>
                <a:spcPts val="0"/>
              </a:spcAft>
              <a:buSzPts val="1260"/>
              <a:buChar char="■"/>
              <a:defRPr sz="1800"/>
            </a:lvl9pPr>
          </a:lstStyle>
          <a:p/>
        </p:txBody>
      </p:sp>
      <p:sp>
        <p:nvSpPr>
          <p:cNvPr id="274" name="Google Shape;274;p174"/>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 name="Google Shape;275;p174"/>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0" name="Shape 290"/>
        <p:cNvGrpSpPr/>
        <p:nvPr/>
      </p:nvGrpSpPr>
      <p:grpSpPr>
        <a:xfrm>
          <a:off x="0" y="0"/>
          <a:ext cx="0" cy="0"/>
          <a:chOff x="0" y="0"/>
          <a:chExt cx="0" cy="0"/>
        </a:xfrm>
      </p:grpSpPr>
      <p:sp>
        <p:nvSpPr>
          <p:cNvPr id="291" name="Google Shape;291;p176"/>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2" name="Google Shape;292;p176"/>
          <p:cNvSpPr txBox="1"/>
          <p:nvPr>
            <p:ph idx="1" type="body"/>
          </p:nvPr>
        </p:nvSpPr>
        <p:spPr>
          <a:xfrm>
            <a:off x="457200" y="1535113"/>
            <a:ext cx="4040012" cy="639762"/>
          </a:xfrm>
          <a:prstGeom prst="rect">
            <a:avLst/>
          </a:prstGeom>
          <a:noFill/>
          <a:ln>
            <a:noFill/>
          </a:ln>
        </p:spPr>
        <p:txBody>
          <a:bodyPr anchorCtr="0" anchor="b" bIns="51425" lIns="102850" spcFirstLastPara="1" rIns="102850" wrap="square" tIns="51425">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120"/>
              <a:buNone/>
              <a:defRPr b="1" sz="1600"/>
            </a:lvl5pPr>
            <a:lvl6pPr indent="-228600" lvl="5" marL="2743200" algn="l">
              <a:spcBef>
                <a:spcPts val="320"/>
              </a:spcBef>
              <a:spcAft>
                <a:spcPts val="0"/>
              </a:spcAft>
              <a:buSzPts val="1120"/>
              <a:buNone/>
              <a:defRPr b="1" sz="1600"/>
            </a:lvl6pPr>
            <a:lvl7pPr indent="-228600" lvl="6" marL="3200400" algn="l">
              <a:spcBef>
                <a:spcPts val="320"/>
              </a:spcBef>
              <a:spcAft>
                <a:spcPts val="0"/>
              </a:spcAft>
              <a:buSzPts val="1120"/>
              <a:buNone/>
              <a:defRPr b="1" sz="1600"/>
            </a:lvl7pPr>
            <a:lvl8pPr indent="-228600" lvl="7" marL="3657600" algn="l">
              <a:spcBef>
                <a:spcPts val="320"/>
              </a:spcBef>
              <a:spcAft>
                <a:spcPts val="0"/>
              </a:spcAft>
              <a:buSzPts val="1120"/>
              <a:buNone/>
              <a:defRPr b="1" sz="1600"/>
            </a:lvl8pPr>
            <a:lvl9pPr indent="-228600" lvl="8" marL="4114800" algn="l">
              <a:spcBef>
                <a:spcPts val="320"/>
              </a:spcBef>
              <a:spcAft>
                <a:spcPts val="0"/>
              </a:spcAft>
              <a:buSzPts val="1120"/>
              <a:buNone/>
              <a:defRPr b="1" sz="1600"/>
            </a:lvl9pPr>
          </a:lstStyle>
          <a:p/>
        </p:txBody>
      </p:sp>
      <p:sp>
        <p:nvSpPr>
          <p:cNvPr id="293" name="Google Shape;293;p176"/>
          <p:cNvSpPr txBox="1"/>
          <p:nvPr>
            <p:ph idx="2" type="body"/>
          </p:nvPr>
        </p:nvSpPr>
        <p:spPr>
          <a:xfrm>
            <a:off x="457200" y="2174875"/>
            <a:ext cx="4040012" cy="3951288"/>
          </a:xfrm>
          <a:prstGeom prst="rect">
            <a:avLst/>
          </a:prstGeom>
          <a:noFill/>
          <a:ln>
            <a:noFill/>
          </a:ln>
        </p:spPr>
        <p:txBody>
          <a:bodyPr anchorCtr="0" anchor="t" bIns="51425" lIns="102850" spcFirstLastPara="1" rIns="102850" wrap="square" tIns="51425">
            <a:noAutofit/>
          </a:bodyPr>
          <a:lstStyle>
            <a:lvl1pPr indent="-335280" lvl="0" marL="457200" algn="l">
              <a:spcBef>
                <a:spcPts val="480"/>
              </a:spcBef>
              <a:spcAft>
                <a:spcPts val="0"/>
              </a:spcAft>
              <a:buSzPts val="1680"/>
              <a:buChar char="■"/>
              <a:defRPr sz="2400"/>
            </a:lvl1pPr>
            <a:lvl2pPr indent="-317500" lvl="1" marL="914400" algn="l">
              <a:spcBef>
                <a:spcPts val="400"/>
              </a:spcBef>
              <a:spcAft>
                <a:spcPts val="0"/>
              </a:spcAft>
              <a:buSzPts val="1400"/>
              <a:buChar char="■"/>
              <a:defRPr sz="2000"/>
            </a:lvl2pPr>
            <a:lvl3pPr indent="-308610" lvl="2" marL="1371600" algn="l">
              <a:spcBef>
                <a:spcPts val="360"/>
              </a:spcBef>
              <a:spcAft>
                <a:spcPts val="0"/>
              </a:spcAft>
              <a:buSzPts val="1260"/>
              <a:buChar char="■"/>
              <a:defRPr sz="1800"/>
            </a:lvl3pPr>
            <a:lvl4pPr indent="-299719" lvl="3" marL="1828800" algn="l">
              <a:spcBef>
                <a:spcPts val="320"/>
              </a:spcBef>
              <a:spcAft>
                <a:spcPts val="0"/>
              </a:spcAft>
              <a:buSzPts val="1120"/>
              <a:buChar char="■"/>
              <a:defRPr sz="1600"/>
            </a:lvl4pPr>
            <a:lvl5pPr indent="-299720" lvl="4" marL="2286000" algn="l">
              <a:spcBef>
                <a:spcPts val="320"/>
              </a:spcBef>
              <a:spcAft>
                <a:spcPts val="0"/>
              </a:spcAft>
              <a:buSzPts val="1120"/>
              <a:buChar char="■"/>
              <a:defRPr sz="1600"/>
            </a:lvl5pPr>
            <a:lvl6pPr indent="-299720" lvl="5" marL="2743200" algn="l">
              <a:spcBef>
                <a:spcPts val="320"/>
              </a:spcBef>
              <a:spcAft>
                <a:spcPts val="0"/>
              </a:spcAft>
              <a:buSzPts val="1120"/>
              <a:buChar char="■"/>
              <a:defRPr sz="1600"/>
            </a:lvl6pPr>
            <a:lvl7pPr indent="-299720" lvl="6" marL="3200400" algn="l">
              <a:spcBef>
                <a:spcPts val="320"/>
              </a:spcBef>
              <a:spcAft>
                <a:spcPts val="0"/>
              </a:spcAft>
              <a:buSzPts val="1120"/>
              <a:buChar char="■"/>
              <a:defRPr sz="1600"/>
            </a:lvl7pPr>
            <a:lvl8pPr indent="-299720" lvl="7" marL="3657600" algn="l">
              <a:spcBef>
                <a:spcPts val="320"/>
              </a:spcBef>
              <a:spcAft>
                <a:spcPts val="0"/>
              </a:spcAft>
              <a:buSzPts val="1120"/>
              <a:buChar char="■"/>
              <a:defRPr sz="1600"/>
            </a:lvl8pPr>
            <a:lvl9pPr indent="-299720" lvl="8" marL="4114800" algn="l">
              <a:spcBef>
                <a:spcPts val="320"/>
              </a:spcBef>
              <a:spcAft>
                <a:spcPts val="0"/>
              </a:spcAft>
              <a:buSzPts val="1120"/>
              <a:buChar char="■"/>
              <a:defRPr sz="1600"/>
            </a:lvl9pPr>
          </a:lstStyle>
          <a:p/>
        </p:txBody>
      </p:sp>
      <p:sp>
        <p:nvSpPr>
          <p:cNvPr id="294" name="Google Shape;294;p176"/>
          <p:cNvSpPr txBox="1"/>
          <p:nvPr>
            <p:ph idx="3" type="body"/>
          </p:nvPr>
        </p:nvSpPr>
        <p:spPr>
          <a:xfrm>
            <a:off x="4645378" y="1535113"/>
            <a:ext cx="4041422" cy="639762"/>
          </a:xfrm>
          <a:prstGeom prst="rect">
            <a:avLst/>
          </a:prstGeom>
          <a:noFill/>
          <a:ln>
            <a:noFill/>
          </a:ln>
        </p:spPr>
        <p:txBody>
          <a:bodyPr anchorCtr="0" anchor="b" bIns="51425" lIns="102850" spcFirstLastPara="1" rIns="102850" wrap="square" tIns="51425">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120"/>
              <a:buNone/>
              <a:defRPr b="1" sz="1600"/>
            </a:lvl5pPr>
            <a:lvl6pPr indent="-228600" lvl="5" marL="2743200" algn="l">
              <a:spcBef>
                <a:spcPts val="320"/>
              </a:spcBef>
              <a:spcAft>
                <a:spcPts val="0"/>
              </a:spcAft>
              <a:buSzPts val="1120"/>
              <a:buNone/>
              <a:defRPr b="1" sz="1600"/>
            </a:lvl6pPr>
            <a:lvl7pPr indent="-228600" lvl="6" marL="3200400" algn="l">
              <a:spcBef>
                <a:spcPts val="320"/>
              </a:spcBef>
              <a:spcAft>
                <a:spcPts val="0"/>
              </a:spcAft>
              <a:buSzPts val="1120"/>
              <a:buNone/>
              <a:defRPr b="1" sz="1600"/>
            </a:lvl7pPr>
            <a:lvl8pPr indent="-228600" lvl="7" marL="3657600" algn="l">
              <a:spcBef>
                <a:spcPts val="320"/>
              </a:spcBef>
              <a:spcAft>
                <a:spcPts val="0"/>
              </a:spcAft>
              <a:buSzPts val="1120"/>
              <a:buNone/>
              <a:defRPr b="1" sz="1600"/>
            </a:lvl8pPr>
            <a:lvl9pPr indent="-228600" lvl="8" marL="4114800" algn="l">
              <a:spcBef>
                <a:spcPts val="320"/>
              </a:spcBef>
              <a:spcAft>
                <a:spcPts val="0"/>
              </a:spcAft>
              <a:buSzPts val="1120"/>
              <a:buNone/>
              <a:defRPr b="1" sz="1600"/>
            </a:lvl9pPr>
          </a:lstStyle>
          <a:p/>
        </p:txBody>
      </p:sp>
      <p:sp>
        <p:nvSpPr>
          <p:cNvPr id="295" name="Google Shape;295;p176"/>
          <p:cNvSpPr txBox="1"/>
          <p:nvPr>
            <p:ph idx="4" type="body"/>
          </p:nvPr>
        </p:nvSpPr>
        <p:spPr>
          <a:xfrm>
            <a:off x="4645378" y="2174875"/>
            <a:ext cx="4041422" cy="3951288"/>
          </a:xfrm>
          <a:prstGeom prst="rect">
            <a:avLst/>
          </a:prstGeom>
          <a:noFill/>
          <a:ln>
            <a:noFill/>
          </a:ln>
        </p:spPr>
        <p:txBody>
          <a:bodyPr anchorCtr="0" anchor="t" bIns="51425" lIns="102850" spcFirstLastPara="1" rIns="102850" wrap="square" tIns="51425">
            <a:noAutofit/>
          </a:bodyPr>
          <a:lstStyle>
            <a:lvl1pPr indent="-335280" lvl="0" marL="457200" algn="l">
              <a:spcBef>
                <a:spcPts val="480"/>
              </a:spcBef>
              <a:spcAft>
                <a:spcPts val="0"/>
              </a:spcAft>
              <a:buSzPts val="1680"/>
              <a:buChar char="■"/>
              <a:defRPr sz="2400"/>
            </a:lvl1pPr>
            <a:lvl2pPr indent="-317500" lvl="1" marL="914400" algn="l">
              <a:spcBef>
                <a:spcPts val="400"/>
              </a:spcBef>
              <a:spcAft>
                <a:spcPts val="0"/>
              </a:spcAft>
              <a:buSzPts val="1400"/>
              <a:buChar char="■"/>
              <a:defRPr sz="2000"/>
            </a:lvl2pPr>
            <a:lvl3pPr indent="-308610" lvl="2" marL="1371600" algn="l">
              <a:spcBef>
                <a:spcPts val="360"/>
              </a:spcBef>
              <a:spcAft>
                <a:spcPts val="0"/>
              </a:spcAft>
              <a:buSzPts val="1260"/>
              <a:buChar char="■"/>
              <a:defRPr sz="1800"/>
            </a:lvl3pPr>
            <a:lvl4pPr indent="-299719" lvl="3" marL="1828800" algn="l">
              <a:spcBef>
                <a:spcPts val="320"/>
              </a:spcBef>
              <a:spcAft>
                <a:spcPts val="0"/>
              </a:spcAft>
              <a:buSzPts val="1120"/>
              <a:buChar char="■"/>
              <a:defRPr sz="1600"/>
            </a:lvl4pPr>
            <a:lvl5pPr indent="-299720" lvl="4" marL="2286000" algn="l">
              <a:spcBef>
                <a:spcPts val="320"/>
              </a:spcBef>
              <a:spcAft>
                <a:spcPts val="0"/>
              </a:spcAft>
              <a:buSzPts val="1120"/>
              <a:buChar char="■"/>
              <a:defRPr sz="1600"/>
            </a:lvl5pPr>
            <a:lvl6pPr indent="-299720" lvl="5" marL="2743200" algn="l">
              <a:spcBef>
                <a:spcPts val="320"/>
              </a:spcBef>
              <a:spcAft>
                <a:spcPts val="0"/>
              </a:spcAft>
              <a:buSzPts val="1120"/>
              <a:buChar char="■"/>
              <a:defRPr sz="1600"/>
            </a:lvl6pPr>
            <a:lvl7pPr indent="-299720" lvl="6" marL="3200400" algn="l">
              <a:spcBef>
                <a:spcPts val="320"/>
              </a:spcBef>
              <a:spcAft>
                <a:spcPts val="0"/>
              </a:spcAft>
              <a:buSzPts val="1120"/>
              <a:buChar char="■"/>
              <a:defRPr sz="1600"/>
            </a:lvl7pPr>
            <a:lvl8pPr indent="-299720" lvl="7" marL="3657600" algn="l">
              <a:spcBef>
                <a:spcPts val="320"/>
              </a:spcBef>
              <a:spcAft>
                <a:spcPts val="0"/>
              </a:spcAft>
              <a:buSzPts val="1120"/>
              <a:buChar char="■"/>
              <a:defRPr sz="1600"/>
            </a:lvl8pPr>
            <a:lvl9pPr indent="-299720" lvl="8" marL="4114800" algn="l">
              <a:spcBef>
                <a:spcPts val="320"/>
              </a:spcBef>
              <a:spcAft>
                <a:spcPts val="0"/>
              </a:spcAft>
              <a:buSzPts val="1120"/>
              <a:buChar char="■"/>
              <a:defRPr sz="1600"/>
            </a:lvl9pPr>
          </a:lstStyle>
          <a:p/>
        </p:txBody>
      </p:sp>
      <p:sp>
        <p:nvSpPr>
          <p:cNvPr id="296" name="Google Shape;296;p176"/>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7" name="Google Shape;297;p176"/>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2" name="Shape 312"/>
        <p:cNvGrpSpPr/>
        <p:nvPr/>
      </p:nvGrpSpPr>
      <p:grpSpPr>
        <a:xfrm>
          <a:off x="0" y="0"/>
          <a:ext cx="0" cy="0"/>
          <a:chOff x="0" y="0"/>
          <a:chExt cx="0" cy="0"/>
        </a:xfrm>
      </p:grpSpPr>
      <p:sp>
        <p:nvSpPr>
          <p:cNvPr id="313" name="Google Shape;313;p178"/>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4" name="Google Shape;314;p178"/>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5" name="Google Shape;315;p178"/>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0" name="Shape 330"/>
        <p:cNvGrpSpPr/>
        <p:nvPr/>
      </p:nvGrpSpPr>
      <p:grpSpPr>
        <a:xfrm>
          <a:off x="0" y="0"/>
          <a:ext cx="0" cy="0"/>
          <a:chOff x="0" y="0"/>
          <a:chExt cx="0" cy="0"/>
        </a:xfrm>
      </p:grpSpPr>
      <p:sp>
        <p:nvSpPr>
          <p:cNvPr id="331" name="Google Shape;331;p180"/>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2" name="Google Shape;332;p180"/>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7" name="Shape 347"/>
        <p:cNvGrpSpPr/>
        <p:nvPr/>
      </p:nvGrpSpPr>
      <p:grpSpPr>
        <a:xfrm>
          <a:off x="0" y="0"/>
          <a:ext cx="0" cy="0"/>
          <a:chOff x="0" y="0"/>
          <a:chExt cx="0" cy="0"/>
        </a:xfrm>
      </p:grpSpPr>
      <p:sp>
        <p:nvSpPr>
          <p:cNvPr id="348" name="Google Shape;348;p182"/>
          <p:cNvSpPr txBox="1"/>
          <p:nvPr>
            <p:ph type="title"/>
          </p:nvPr>
        </p:nvSpPr>
        <p:spPr>
          <a:xfrm>
            <a:off x="457213" y="273050"/>
            <a:ext cx="3008489" cy="1162050"/>
          </a:xfrm>
          <a:prstGeom prst="rect">
            <a:avLst/>
          </a:prstGeom>
          <a:noFill/>
          <a:ln>
            <a:noFill/>
          </a:ln>
        </p:spPr>
        <p:txBody>
          <a:bodyPr anchorCtr="0" anchor="b" bIns="51425" lIns="102850" spcFirstLastPara="1" rIns="102850" wrap="square" tIns="514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9" name="Google Shape;349;p182"/>
          <p:cNvSpPr txBox="1"/>
          <p:nvPr>
            <p:ph idx="1" type="body"/>
          </p:nvPr>
        </p:nvSpPr>
        <p:spPr>
          <a:xfrm>
            <a:off x="3575756" y="273062"/>
            <a:ext cx="5111044" cy="5853113"/>
          </a:xfrm>
          <a:prstGeom prst="rect">
            <a:avLst/>
          </a:prstGeom>
          <a:noFill/>
          <a:ln>
            <a:noFill/>
          </a:ln>
        </p:spPr>
        <p:txBody>
          <a:bodyPr anchorCtr="0" anchor="t" bIns="51425" lIns="102850" spcFirstLastPara="1" rIns="102850" wrap="square" tIns="51425">
            <a:noAutofit/>
          </a:bodyPr>
          <a:lstStyle>
            <a:lvl1pPr indent="-370840" lvl="0" marL="457200" algn="l">
              <a:spcBef>
                <a:spcPts val="640"/>
              </a:spcBef>
              <a:spcAft>
                <a:spcPts val="0"/>
              </a:spcAft>
              <a:buSzPts val="2240"/>
              <a:buChar char="■"/>
              <a:defRPr sz="3200"/>
            </a:lvl1pPr>
            <a:lvl2pPr indent="-353060" lvl="1" marL="914400" algn="l">
              <a:spcBef>
                <a:spcPts val="560"/>
              </a:spcBef>
              <a:spcAft>
                <a:spcPts val="0"/>
              </a:spcAft>
              <a:buSzPts val="1960"/>
              <a:buChar char="■"/>
              <a:defRPr sz="2800"/>
            </a:lvl2pPr>
            <a:lvl3pPr indent="-335280" lvl="2" marL="1371600" algn="l">
              <a:spcBef>
                <a:spcPts val="480"/>
              </a:spcBef>
              <a:spcAft>
                <a:spcPts val="0"/>
              </a:spcAft>
              <a:buSzPts val="1680"/>
              <a:buChar char="■"/>
              <a:defRPr sz="2400"/>
            </a:lvl3pPr>
            <a:lvl4pPr indent="-317500" lvl="3" marL="1828800" algn="l">
              <a:spcBef>
                <a:spcPts val="400"/>
              </a:spcBef>
              <a:spcAft>
                <a:spcPts val="0"/>
              </a:spcAft>
              <a:buSzPts val="1400"/>
              <a:buChar char="■"/>
              <a:defRPr sz="2000"/>
            </a:lvl4pPr>
            <a:lvl5pPr indent="-317500" lvl="4" marL="2286000" algn="l">
              <a:spcBef>
                <a:spcPts val="400"/>
              </a:spcBef>
              <a:spcAft>
                <a:spcPts val="0"/>
              </a:spcAft>
              <a:buSzPts val="1400"/>
              <a:buChar char="■"/>
              <a:defRPr sz="2000"/>
            </a:lvl5pPr>
            <a:lvl6pPr indent="-317500" lvl="5" marL="2743200" algn="l">
              <a:spcBef>
                <a:spcPts val="400"/>
              </a:spcBef>
              <a:spcAft>
                <a:spcPts val="0"/>
              </a:spcAft>
              <a:buSzPts val="1400"/>
              <a:buChar char="■"/>
              <a:defRPr sz="2000"/>
            </a:lvl6pPr>
            <a:lvl7pPr indent="-317500" lvl="6" marL="3200400" algn="l">
              <a:spcBef>
                <a:spcPts val="400"/>
              </a:spcBef>
              <a:spcAft>
                <a:spcPts val="0"/>
              </a:spcAft>
              <a:buSzPts val="1400"/>
              <a:buChar char="■"/>
              <a:defRPr sz="2000"/>
            </a:lvl7pPr>
            <a:lvl8pPr indent="-317500" lvl="7" marL="3657600" algn="l">
              <a:spcBef>
                <a:spcPts val="400"/>
              </a:spcBef>
              <a:spcAft>
                <a:spcPts val="0"/>
              </a:spcAft>
              <a:buSzPts val="1400"/>
              <a:buChar char="■"/>
              <a:defRPr sz="2000"/>
            </a:lvl8pPr>
            <a:lvl9pPr indent="-317500" lvl="8" marL="4114800" algn="l">
              <a:spcBef>
                <a:spcPts val="400"/>
              </a:spcBef>
              <a:spcAft>
                <a:spcPts val="0"/>
              </a:spcAft>
              <a:buSzPts val="1400"/>
              <a:buChar char="■"/>
              <a:defRPr sz="2000"/>
            </a:lvl9pPr>
          </a:lstStyle>
          <a:p/>
        </p:txBody>
      </p:sp>
      <p:sp>
        <p:nvSpPr>
          <p:cNvPr id="350" name="Google Shape;350;p182"/>
          <p:cNvSpPr txBox="1"/>
          <p:nvPr>
            <p:ph idx="2" type="body"/>
          </p:nvPr>
        </p:nvSpPr>
        <p:spPr>
          <a:xfrm>
            <a:off x="457213" y="1435103"/>
            <a:ext cx="3008489" cy="4691063"/>
          </a:xfrm>
          <a:prstGeom prst="rect">
            <a:avLst/>
          </a:prstGeom>
          <a:noFill/>
          <a:ln>
            <a:noFill/>
          </a:ln>
        </p:spPr>
        <p:txBody>
          <a:bodyPr anchorCtr="0" anchor="t" bIns="51425" lIns="102850" spcFirstLastPara="1" rIns="102850" wrap="square" tIns="51425">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30"/>
              <a:buNone/>
              <a:defRPr sz="900"/>
            </a:lvl5pPr>
            <a:lvl6pPr indent="-228600" lvl="5" marL="2743200" algn="l">
              <a:spcBef>
                <a:spcPts val="180"/>
              </a:spcBef>
              <a:spcAft>
                <a:spcPts val="0"/>
              </a:spcAft>
              <a:buSzPts val="630"/>
              <a:buNone/>
              <a:defRPr sz="900"/>
            </a:lvl6pPr>
            <a:lvl7pPr indent="-228600" lvl="6" marL="3200400" algn="l">
              <a:spcBef>
                <a:spcPts val="180"/>
              </a:spcBef>
              <a:spcAft>
                <a:spcPts val="0"/>
              </a:spcAft>
              <a:buSzPts val="630"/>
              <a:buNone/>
              <a:defRPr sz="900"/>
            </a:lvl7pPr>
            <a:lvl8pPr indent="-228600" lvl="7" marL="3657600" algn="l">
              <a:spcBef>
                <a:spcPts val="180"/>
              </a:spcBef>
              <a:spcAft>
                <a:spcPts val="0"/>
              </a:spcAft>
              <a:buSzPts val="630"/>
              <a:buNone/>
              <a:defRPr sz="900"/>
            </a:lvl8pPr>
            <a:lvl9pPr indent="-228600" lvl="8" marL="4114800" algn="l">
              <a:spcBef>
                <a:spcPts val="180"/>
              </a:spcBef>
              <a:spcAft>
                <a:spcPts val="0"/>
              </a:spcAft>
              <a:buSzPts val="630"/>
              <a:buNone/>
              <a:defRPr sz="900"/>
            </a:lvl9pPr>
          </a:lstStyle>
          <a:p/>
        </p:txBody>
      </p:sp>
      <p:sp>
        <p:nvSpPr>
          <p:cNvPr id="351" name="Google Shape;351;p182"/>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2" name="Google Shape;352;p182"/>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7" name="Shape 367"/>
        <p:cNvGrpSpPr/>
        <p:nvPr/>
      </p:nvGrpSpPr>
      <p:grpSpPr>
        <a:xfrm>
          <a:off x="0" y="0"/>
          <a:ext cx="0" cy="0"/>
          <a:chOff x="0" y="0"/>
          <a:chExt cx="0" cy="0"/>
        </a:xfrm>
      </p:grpSpPr>
      <p:sp>
        <p:nvSpPr>
          <p:cNvPr id="368" name="Google Shape;368;p184"/>
          <p:cNvSpPr txBox="1"/>
          <p:nvPr>
            <p:ph type="title"/>
          </p:nvPr>
        </p:nvSpPr>
        <p:spPr>
          <a:xfrm>
            <a:off x="1792111" y="4800606"/>
            <a:ext cx="5486400" cy="566738"/>
          </a:xfrm>
          <a:prstGeom prst="rect">
            <a:avLst/>
          </a:prstGeom>
          <a:noFill/>
          <a:ln>
            <a:noFill/>
          </a:ln>
        </p:spPr>
        <p:txBody>
          <a:bodyPr anchorCtr="0" anchor="b" bIns="51425" lIns="102850" spcFirstLastPara="1" rIns="102850" wrap="square" tIns="514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9" name="Google Shape;369;p184"/>
          <p:cNvSpPr/>
          <p:nvPr>
            <p:ph idx="2" type="pic"/>
          </p:nvPr>
        </p:nvSpPr>
        <p:spPr>
          <a:xfrm>
            <a:off x="1792111" y="612775"/>
            <a:ext cx="5486400" cy="4114800"/>
          </a:xfrm>
          <a:prstGeom prst="rect">
            <a:avLst/>
          </a:prstGeom>
          <a:noFill/>
          <a:ln>
            <a:noFill/>
          </a:ln>
        </p:spPr>
      </p:sp>
      <p:sp>
        <p:nvSpPr>
          <p:cNvPr id="370" name="Google Shape;370;p184"/>
          <p:cNvSpPr txBox="1"/>
          <p:nvPr>
            <p:ph idx="1" type="body"/>
          </p:nvPr>
        </p:nvSpPr>
        <p:spPr>
          <a:xfrm>
            <a:off x="1792111" y="5367344"/>
            <a:ext cx="5486400" cy="804862"/>
          </a:xfrm>
          <a:prstGeom prst="rect">
            <a:avLst/>
          </a:prstGeom>
          <a:noFill/>
          <a:ln>
            <a:noFill/>
          </a:ln>
        </p:spPr>
        <p:txBody>
          <a:bodyPr anchorCtr="0" anchor="t" bIns="51425" lIns="102850" spcFirstLastPara="1" rIns="102850" wrap="square" tIns="51425">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30"/>
              <a:buNone/>
              <a:defRPr sz="900"/>
            </a:lvl5pPr>
            <a:lvl6pPr indent="-228600" lvl="5" marL="2743200" algn="l">
              <a:spcBef>
                <a:spcPts val="180"/>
              </a:spcBef>
              <a:spcAft>
                <a:spcPts val="0"/>
              </a:spcAft>
              <a:buSzPts val="630"/>
              <a:buNone/>
              <a:defRPr sz="900"/>
            </a:lvl6pPr>
            <a:lvl7pPr indent="-228600" lvl="6" marL="3200400" algn="l">
              <a:spcBef>
                <a:spcPts val="180"/>
              </a:spcBef>
              <a:spcAft>
                <a:spcPts val="0"/>
              </a:spcAft>
              <a:buSzPts val="630"/>
              <a:buNone/>
              <a:defRPr sz="900"/>
            </a:lvl7pPr>
            <a:lvl8pPr indent="-228600" lvl="7" marL="3657600" algn="l">
              <a:spcBef>
                <a:spcPts val="180"/>
              </a:spcBef>
              <a:spcAft>
                <a:spcPts val="0"/>
              </a:spcAft>
              <a:buSzPts val="630"/>
              <a:buNone/>
              <a:defRPr sz="900"/>
            </a:lvl8pPr>
            <a:lvl9pPr indent="-228600" lvl="8" marL="4114800" algn="l">
              <a:spcBef>
                <a:spcPts val="180"/>
              </a:spcBef>
              <a:spcAft>
                <a:spcPts val="0"/>
              </a:spcAft>
              <a:buSzPts val="630"/>
              <a:buNone/>
              <a:defRPr sz="900"/>
            </a:lvl9pPr>
          </a:lstStyle>
          <a:p/>
        </p:txBody>
      </p:sp>
      <p:sp>
        <p:nvSpPr>
          <p:cNvPr id="371" name="Google Shape;371;p184"/>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2" name="Google Shape;372;p184"/>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87" name="Shape 387"/>
        <p:cNvGrpSpPr/>
        <p:nvPr/>
      </p:nvGrpSpPr>
      <p:grpSpPr>
        <a:xfrm>
          <a:off x="0" y="0"/>
          <a:ext cx="0" cy="0"/>
          <a:chOff x="0" y="0"/>
          <a:chExt cx="0" cy="0"/>
        </a:xfrm>
      </p:grpSpPr>
      <p:sp>
        <p:nvSpPr>
          <p:cNvPr id="388" name="Google Shape;388;p186"/>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9" name="Google Shape;389;p186"/>
          <p:cNvSpPr txBox="1"/>
          <p:nvPr>
            <p:ph idx="1" type="body"/>
          </p:nvPr>
        </p:nvSpPr>
        <p:spPr>
          <a:xfrm rot="5400000">
            <a:off x="2322513" y="-265112"/>
            <a:ext cx="4498975" cy="8229600"/>
          </a:xfrm>
          <a:prstGeom prst="rect">
            <a:avLst/>
          </a:prstGeom>
          <a:noFill/>
          <a:ln>
            <a:noFill/>
          </a:ln>
        </p:spPr>
        <p:txBody>
          <a:bodyPr anchorCtr="0" anchor="t" bIns="51425" lIns="102850" spcFirstLastPara="1" rIns="102850" wrap="square" tIns="51425">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390" name="Google Shape;390;p186"/>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1" name="Google Shape;391;p186"/>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06" name="Shape 406"/>
        <p:cNvGrpSpPr/>
        <p:nvPr/>
      </p:nvGrpSpPr>
      <p:grpSpPr>
        <a:xfrm>
          <a:off x="0" y="0"/>
          <a:ext cx="0" cy="0"/>
          <a:chOff x="0" y="0"/>
          <a:chExt cx="0" cy="0"/>
        </a:xfrm>
      </p:grpSpPr>
      <p:sp>
        <p:nvSpPr>
          <p:cNvPr id="407" name="Google Shape;407;p188"/>
          <p:cNvSpPr txBox="1"/>
          <p:nvPr>
            <p:ph type="title"/>
          </p:nvPr>
        </p:nvSpPr>
        <p:spPr>
          <a:xfrm rot="5400000">
            <a:off x="4745832" y="2158208"/>
            <a:ext cx="5824537" cy="2057400"/>
          </a:xfrm>
          <a:prstGeom prst="rect">
            <a:avLst/>
          </a:prstGeom>
          <a:noFill/>
          <a:ln>
            <a:noFill/>
          </a:ln>
        </p:spPr>
        <p:txBody>
          <a:bodyPr anchorCtr="0" anchor="ctr" bIns="51425" lIns="102850" spcFirstLastPara="1" rIns="102850" wrap="square" tIns="514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8" name="Google Shape;408;p188"/>
          <p:cNvSpPr txBox="1"/>
          <p:nvPr>
            <p:ph idx="1" type="body"/>
          </p:nvPr>
        </p:nvSpPr>
        <p:spPr>
          <a:xfrm rot="5400000">
            <a:off x="563314" y="168541"/>
            <a:ext cx="5824537" cy="6036733"/>
          </a:xfrm>
          <a:prstGeom prst="rect">
            <a:avLst/>
          </a:prstGeom>
          <a:noFill/>
          <a:ln>
            <a:noFill/>
          </a:ln>
        </p:spPr>
        <p:txBody>
          <a:bodyPr anchorCtr="0" anchor="t" bIns="51425" lIns="102850" spcFirstLastPara="1" rIns="102850" wrap="square" tIns="51425">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409" name="Google Shape;409;p188"/>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0" name="Google Shape;410;p188"/>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26" name="Shape 426"/>
        <p:cNvGrpSpPr/>
        <p:nvPr/>
      </p:nvGrpSpPr>
      <p:grpSpPr>
        <a:xfrm>
          <a:off x="0" y="0"/>
          <a:ext cx="0" cy="0"/>
          <a:chOff x="0" y="0"/>
          <a:chExt cx="0" cy="0"/>
        </a:xfrm>
      </p:grpSpPr>
      <p:sp>
        <p:nvSpPr>
          <p:cNvPr id="427" name="Google Shape;427;p190"/>
          <p:cNvSpPr txBox="1"/>
          <p:nvPr>
            <p:ph type="ctrTitle"/>
          </p:nvPr>
        </p:nvSpPr>
        <p:spPr>
          <a:xfrm>
            <a:off x="685800" y="1735931"/>
            <a:ext cx="7772400" cy="192166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48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8" name="Google Shape;428;p190"/>
          <p:cNvSpPr txBox="1"/>
          <p:nvPr>
            <p:ph idx="1" type="subTitle"/>
          </p:nvPr>
        </p:nvSpPr>
        <p:spPr>
          <a:xfrm>
            <a:off x="1371600" y="3886200"/>
            <a:ext cx="6400800" cy="1752005"/>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SzPts val="1680"/>
              <a:buFont typeface="Noto Sans Symbols"/>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360"/>
              </a:spcBef>
              <a:spcAft>
                <a:spcPts val="0"/>
              </a:spcAft>
              <a:buSzPts val="1260"/>
              <a:buChar char="■"/>
              <a:defRPr/>
            </a:lvl6pPr>
            <a:lvl7pPr lvl="6" algn="l">
              <a:spcBef>
                <a:spcPts val="360"/>
              </a:spcBef>
              <a:spcAft>
                <a:spcPts val="0"/>
              </a:spcAft>
              <a:buSzPts val="1260"/>
              <a:buChar char="■"/>
              <a:defRPr/>
            </a:lvl7pPr>
            <a:lvl8pPr lvl="7" algn="l">
              <a:spcBef>
                <a:spcPts val="360"/>
              </a:spcBef>
              <a:spcAft>
                <a:spcPts val="0"/>
              </a:spcAft>
              <a:buSzPts val="1260"/>
              <a:buChar char="■"/>
              <a:defRPr/>
            </a:lvl8pPr>
            <a:lvl9pPr lvl="8" algn="l">
              <a:spcBef>
                <a:spcPts val="360"/>
              </a:spcBef>
              <a:spcAft>
                <a:spcPts val="0"/>
              </a:spcAft>
              <a:buSzPts val="1260"/>
              <a:buChar char="■"/>
              <a:defRPr/>
            </a:lvl9pPr>
          </a:lstStyle>
          <a:p/>
        </p:txBody>
      </p:sp>
      <p:sp>
        <p:nvSpPr>
          <p:cNvPr id="429" name="Google Shape;429;p190"/>
          <p:cNvSpPr txBox="1"/>
          <p:nvPr>
            <p:ph idx="10" type="dt"/>
          </p:nvPr>
        </p:nvSpPr>
        <p:spPr>
          <a:xfrm>
            <a:off x="457200" y="6248400"/>
            <a:ext cx="213360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0" name="Google Shape;430;p190"/>
          <p:cNvSpPr txBox="1"/>
          <p:nvPr>
            <p:ph idx="11" type="ftr"/>
          </p:nvPr>
        </p:nvSpPr>
        <p:spPr>
          <a:xfrm>
            <a:off x="3124200" y="6251575"/>
            <a:ext cx="289560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1" name="Google Shape;431;p190"/>
          <p:cNvSpPr txBox="1"/>
          <p:nvPr>
            <p:ph idx="12" type="sldNum"/>
          </p:nvPr>
        </p:nvSpPr>
        <p:spPr>
          <a:xfrm>
            <a:off x="6553200" y="6254750"/>
            <a:ext cx="2133600"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6" name="Shape 446"/>
        <p:cNvGrpSpPr/>
        <p:nvPr/>
      </p:nvGrpSpPr>
      <p:grpSpPr>
        <a:xfrm>
          <a:off x="0" y="0"/>
          <a:ext cx="0" cy="0"/>
          <a:chOff x="0" y="0"/>
          <a:chExt cx="0" cy="0"/>
        </a:xfrm>
      </p:grpSpPr>
      <p:sp>
        <p:nvSpPr>
          <p:cNvPr id="447" name="Google Shape;447;p192"/>
          <p:cNvSpPr txBox="1"/>
          <p:nvPr>
            <p:ph type="title"/>
          </p:nvPr>
        </p:nvSpPr>
        <p:spPr>
          <a:xfrm>
            <a:off x="722313" y="4407700"/>
            <a:ext cx="7772400" cy="136088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8" name="Google Shape;448;p192"/>
          <p:cNvSpPr txBox="1"/>
          <p:nvPr>
            <p:ph idx="1" type="body"/>
          </p:nvPr>
        </p:nvSpPr>
        <p:spPr>
          <a:xfrm>
            <a:off x="722313" y="2907506"/>
            <a:ext cx="7772400" cy="1500188"/>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400"/>
              <a:buNone/>
              <a:defRPr sz="2000"/>
            </a:lvl1pPr>
            <a:lvl2pPr indent="-228600" lvl="1" marL="914400" algn="l">
              <a:spcBef>
                <a:spcPts val="360"/>
              </a:spcBef>
              <a:spcAft>
                <a:spcPts val="0"/>
              </a:spcAft>
              <a:buSzPts val="1260"/>
              <a:buNone/>
              <a:defRPr sz="1800"/>
            </a:lvl2pPr>
            <a:lvl3pPr indent="-228600" lvl="2" marL="1371600" algn="l">
              <a:spcBef>
                <a:spcPts val="320"/>
              </a:spcBef>
              <a:spcAft>
                <a:spcPts val="0"/>
              </a:spcAft>
              <a:buSzPts val="1120"/>
              <a:buNone/>
              <a:defRPr sz="1600"/>
            </a:lvl3pPr>
            <a:lvl4pPr indent="-228600" lvl="3" marL="1828800" algn="l">
              <a:spcBef>
                <a:spcPts val="280"/>
              </a:spcBef>
              <a:spcAft>
                <a:spcPts val="0"/>
              </a:spcAft>
              <a:buSzPts val="980"/>
              <a:buNone/>
              <a:defRPr sz="1400"/>
            </a:lvl4pPr>
            <a:lvl5pPr indent="-228600" lvl="4" marL="2286000" algn="l">
              <a:spcBef>
                <a:spcPts val="280"/>
              </a:spcBef>
              <a:spcAft>
                <a:spcPts val="0"/>
              </a:spcAft>
              <a:buSzPts val="980"/>
              <a:buNone/>
              <a:defRPr sz="1400"/>
            </a:lvl5pPr>
            <a:lvl6pPr indent="-228600" lvl="5" marL="2743200" algn="l">
              <a:spcBef>
                <a:spcPts val="280"/>
              </a:spcBef>
              <a:spcAft>
                <a:spcPts val="0"/>
              </a:spcAft>
              <a:buSzPts val="980"/>
              <a:buNone/>
              <a:defRPr sz="1400"/>
            </a:lvl6pPr>
            <a:lvl7pPr indent="-228600" lvl="6" marL="3200400" algn="l">
              <a:spcBef>
                <a:spcPts val="280"/>
              </a:spcBef>
              <a:spcAft>
                <a:spcPts val="0"/>
              </a:spcAft>
              <a:buSzPts val="980"/>
              <a:buNone/>
              <a:defRPr sz="1400"/>
            </a:lvl7pPr>
            <a:lvl8pPr indent="-228600" lvl="7" marL="3657600" algn="l">
              <a:spcBef>
                <a:spcPts val="280"/>
              </a:spcBef>
              <a:spcAft>
                <a:spcPts val="0"/>
              </a:spcAft>
              <a:buSzPts val="980"/>
              <a:buNone/>
              <a:defRPr sz="1400"/>
            </a:lvl8pPr>
            <a:lvl9pPr indent="-228600" lvl="8" marL="4114800" algn="l">
              <a:spcBef>
                <a:spcPts val="280"/>
              </a:spcBef>
              <a:spcAft>
                <a:spcPts val="0"/>
              </a:spcAft>
              <a:buSzPts val="980"/>
              <a:buNone/>
              <a:defRPr sz="1400"/>
            </a:lvl9pPr>
          </a:lstStyle>
          <a:p/>
        </p:txBody>
      </p:sp>
      <p:sp>
        <p:nvSpPr>
          <p:cNvPr id="449" name="Google Shape;449;p192"/>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0" name="Google Shape;450;p192"/>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5" name="Shape 465"/>
        <p:cNvGrpSpPr/>
        <p:nvPr/>
      </p:nvGrpSpPr>
      <p:grpSpPr>
        <a:xfrm>
          <a:off x="0" y="0"/>
          <a:ext cx="0" cy="0"/>
          <a:chOff x="0" y="0"/>
          <a:chExt cx="0" cy="0"/>
        </a:xfrm>
      </p:grpSpPr>
      <p:sp>
        <p:nvSpPr>
          <p:cNvPr id="466" name="Google Shape;466;p19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7" name="Google Shape;467;p194"/>
          <p:cNvSpPr txBox="1"/>
          <p:nvPr>
            <p:ph idx="1" type="body"/>
          </p:nvPr>
        </p:nvSpPr>
        <p:spPr>
          <a:xfrm>
            <a:off x="457200" y="1600209"/>
            <a:ext cx="4038600" cy="4498777"/>
          </a:xfrm>
          <a:prstGeom prst="rect">
            <a:avLst/>
          </a:prstGeom>
          <a:noFill/>
          <a:ln>
            <a:noFill/>
          </a:ln>
        </p:spPr>
        <p:txBody>
          <a:bodyPr anchorCtr="0" anchor="t" bIns="45700" lIns="91425" spcFirstLastPara="1" rIns="91425" wrap="square" tIns="45700">
            <a:noAutofit/>
          </a:bodyPr>
          <a:lstStyle>
            <a:lvl1pPr indent="-353060" lvl="0" marL="457200" algn="l">
              <a:spcBef>
                <a:spcPts val="560"/>
              </a:spcBef>
              <a:spcAft>
                <a:spcPts val="0"/>
              </a:spcAft>
              <a:buSzPts val="1960"/>
              <a:buChar char="■"/>
              <a:defRPr sz="2800"/>
            </a:lvl1pPr>
            <a:lvl2pPr indent="-335280" lvl="1" marL="914400" algn="l">
              <a:spcBef>
                <a:spcPts val="480"/>
              </a:spcBef>
              <a:spcAft>
                <a:spcPts val="0"/>
              </a:spcAft>
              <a:buSzPts val="1680"/>
              <a:buChar char="■"/>
              <a:defRPr sz="2400"/>
            </a:lvl2pPr>
            <a:lvl3pPr indent="-317500" lvl="2" marL="1371600" algn="l">
              <a:spcBef>
                <a:spcPts val="400"/>
              </a:spcBef>
              <a:spcAft>
                <a:spcPts val="0"/>
              </a:spcAft>
              <a:buSzPts val="1400"/>
              <a:buChar char="■"/>
              <a:defRPr sz="2000"/>
            </a:lvl3pPr>
            <a:lvl4pPr indent="-308610" lvl="3" marL="1828800" algn="l">
              <a:spcBef>
                <a:spcPts val="360"/>
              </a:spcBef>
              <a:spcAft>
                <a:spcPts val="0"/>
              </a:spcAft>
              <a:buSzPts val="1260"/>
              <a:buChar char="■"/>
              <a:defRPr sz="1800"/>
            </a:lvl4pPr>
            <a:lvl5pPr indent="-308610" lvl="4" marL="2286000" algn="l">
              <a:spcBef>
                <a:spcPts val="360"/>
              </a:spcBef>
              <a:spcAft>
                <a:spcPts val="0"/>
              </a:spcAft>
              <a:buSzPts val="1260"/>
              <a:buChar char="■"/>
              <a:defRPr sz="1800"/>
            </a:lvl5pPr>
            <a:lvl6pPr indent="-308610" lvl="5" marL="2743200" algn="l">
              <a:spcBef>
                <a:spcPts val="360"/>
              </a:spcBef>
              <a:spcAft>
                <a:spcPts val="0"/>
              </a:spcAft>
              <a:buSzPts val="1260"/>
              <a:buChar char="■"/>
              <a:defRPr sz="1800"/>
            </a:lvl6pPr>
            <a:lvl7pPr indent="-308610" lvl="6" marL="3200400" algn="l">
              <a:spcBef>
                <a:spcPts val="360"/>
              </a:spcBef>
              <a:spcAft>
                <a:spcPts val="0"/>
              </a:spcAft>
              <a:buSzPts val="1260"/>
              <a:buChar char="■"/>
              <a:defRPr sz="1800"/>
            </a:lvl7pPr>
            <a:lvl8pPr indent="-308609" lvl="7" marL="3657600" algn="l">
              <a:spcBef>
                <a:spcPts val="360"/>
              </a:spcBef>
              <a:spcAft>
                <a:spcPts val="0"/>
              </a:spcAft>
              <a:buSzPts val="1260"/>
              <a:buChar char="■"/>
              <a:defRPr sz="1800"/>
            </a:lvl8pPr>
            <a:lvl9pPr indent="-308609" lvl="8" marL="4114800" algn="l">
              <a:spcBef>
                <a:spcPts val="360"/>
              </a:spcBef>
              <a:spcAft>
                <a:spcPts val="0"/>
              </a:spcAft>
              <a:buSzPts val="1260"/>
              <a:buChar char="■"/>
              <a:defRPr sz="1800"/>
            </a:lvl9pPr>
          </a:lstStyle>
          <a:p/>
        </p:txBody>
      </p:sp>
      <p:sp>
        <p:nvSpPr>
          <p:cNvPr id="468" name="Google Shape;468;p194"/>
          <p:cNvSpPr txBox="1"/>
          <p:nvPr>
            <p:ph idx="2" type="body"/>
          </p:nvPr>
        </p:nvSpPr>
        <p:spPr>
          <a:xfrm>
            <a:off x="4648200" y="1600209"/>
            <a:ext cx="4038600" cy="4498777"/>
          </a:xfrm>
          <a:prstGeom prst="rect">
            <a:avLst/>
          </a:prstGeom>
          <a:noFill/>
          <a:ln>
            <a:noFill/>
          </a:ln>
        </p:spPr>
        <p:txBody>
          <a:bodyPr anchorCtr="0" anchor="t" bIns="45700" lIns="91425" spcFirstLastPara="1" rIns="91425" wrap="square" tIns="45700">
            <a:noAutofit/>
          </a:bodyPr>
          <a:lstStyle>
            <a:lvl1pPr indent="-353060" lvl="0" marL="457200" algn="l">
              <a:spcBef>
                <a:spcPts val="560"/>
              </a:spcBef>
              <a:spcAft>
                <a:spcPts val="0"/>
              </a:spcAft>
              <a:buSzPts val="1960"/>
              <a:buChar char="■"/>
              <a:defRPr sz="2800"/>
            </a:lvl1pPr>
            <a:lvl2pPr indent="-335280" lvl="1" marL="914400" algn="l">
              <a:spcBef>
                <a:spcPts val="480"/>
              </a:spcBef>
              <a:spcAft>
                <a:spcPts val="0"/>
              </a:spcAft>
              <a:buSzPts val="1680"/>
              <a:buChar char="■"/>
              <a:defRPr sz="2400"/>
            </a:lvl2pPr>
            <a:lvl3pPr indent="-317500" lvl="2" marL="1371600" algn="l">
              <a:spcBef>
                <a:spcPts val="400"/>
              </a:spcBef>
              <a:spcAft>
                <a:spcPts val="0"/>
              </a:spcAft>
              <a:buSzPts val="1400"/>
              <a:buChar char="■"/>
              <a:defRPr sz="2000"/>
            </a:lvl3pPr>
            <a:lvl4pPr indent="-308610" lvl="3" marL="1828800" algn="l">
              <a:spcBef>
                <a:spcPts val="360"/>
              </a:spcBef>
              <a:spcAft>
                <a:spcPts val="0"/>
              </a:spcAft>
              <a:buSzPts val="1260"/>
              <a:buChar char="■"/>
              <a:defRPr sz="1800"/>
            </a:lvl4pPr>
            <a:lvl5pPr indent="-308610" lvl="4" marL="2286000" algn="l">
              <a:spcBef>
                <a:spcPts val="360"/>
              </a:spcBef>
              <a:spcAft>
                <a:spcPts val="0"/>
              </a:spcAft>
              <a:buSzPts val="1260"/>
              <a:buChar char="■"/>
              <a:defRPr sz="1800"/>
            </a:lvl5pPr>
            <a:lvl6pPr indent="-308610" lvl="5" marL="2743200" algn="l">
              <a:spcBef>
                <a:spcPts val="360"/>
              </a:spcBef>
              <a:spcAft>
                <a:spcPts val="0"/>
              </a:spcAft>
              <a:buSzPts val="1260"/>
              <a:buChar char="■"/>
              <a:defRPr sz="1800"/>
            </a:lvl6pPr>
            <a:lvl7pPr indent="-308610" lvl="6" marL="3200400" algn="l">
              <a:spcBef>
                <a:spcPts val="360"/>
              </a:spcBef>
              <a:spcAft>
                <a:spcPts val="0"/>
              </a:spcAft>
              <a:buSzPts val="1260"/>
              <a:buChar char="■"/>
              <a:defRPr sz="1800"/>
            </a:lvl7pPr>
            <a:lvl8pPr indent="-308609" lvl="7" marL="3657600" algn="l">
              <a:spcBef>
                <a:spcPts val="360"/>
              </a:spcBef>
              <a:spcAft>
                <a:spcPts val="0"/>
              </a:spcAft>
              <a:buSzPts val="1260"/>
              <a:buChar char="■"/>
              <a:defRPr sz="1800"/>
            </a:lvl8pPr>
            <a:lvl9pPr indent="-308609" lvl="8" marL="4114800" algn="l">
              <a:spcBef>
                <a:spcPts val="360"/>
              </a:spcBef>
              <a:spcAft>
                <a:spcPts val="0"/>
              </a:spcAft>
              <a:buSzPts val="1260"/>
              <a:buChar char="■"/>
              <a:defRPr sz="1800"/>
            </a:lvl9pPr>
          </a:lstStyle>
          <a:p/>
        </p:txBody>
      </p:sp>
      <p:sp>
        <p:nvSpPr>
          <p:cNvPr id="469" name="Google Shape;469;p194"/>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0" name="Google Shape;470;p194"/>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5" name="Shape 485"/>
        <p:cNvGrpSpPr/>
        <p:nvPr/>
      </p:nvGrpSpPr>
      <p:grpSpPr>
        <a:xfrm>
          <a:off x="0" y="0"/>
          <a:ext cx="0" cy="0"/>
          <a:chOff x="0" y="0"/>
          <a:chExt cx="0" cy="0"/>
        </a:xfrm>
      </p:grpSpPr>
      <p:sp>
        <p:nvSpPr>
          <p:cNvPr id="486" name="Google Shape;486;p19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7" name="Google Shape;487;p196"/>
          <p:cNvSpPr txBox="1"/>
          <p:nvPr>
            <p:ph idx="1" type="body"/>
          </p:nvPr>
        </p:nvSpPr>
        <p:spPr>
          <a:xfrm>
            <a:off x="457200" y="1535911"/>
            <a:ext cx="4040188" cy="639366"/>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120"/>
              <a:buNone/>
              <a:defRPr b="1" sz="1600"/>
            </a:lvl5pPr>
            <a:lvl6pPr indent="-228600" lvl="5" marL="2743200" algn="l">
              <a:spcBef>
                <a:spcPts val="320"/>
              </a:spcBef>
              <a:spcAft>
                <a:spcPts val="0"/>
              </a:spcAft>
              <a:buSzPts val="1120"/>
              <a:buNone/>
              <a:defRPr b="1" sz="1600"/>
            </a:lvl6pPr>
            <a:lvl7pPr indent="-228600" lvl="6" marL="3200400" algn="l">
              <a:spcBef>
                <a:spcPts val="320"/>
              </a:spcBef>
              <a:spcAft>
                <a:spcPts val="0"/>
              </a:spcAft>
              <a:buSzPts val="1120"/>
              <a:buNone/>
              <a:defRPr b="1" sz="1600"/>
            </a:lvl7pPr>
            <a:lvl8pPr indent="-228600" lvl="7" marL="3657600" algn="l">
              <a:spcBef>
                <a:spcPts val="320"/>
              </a:spcBef>
              <a:spcAft>
                <a:spcPts val="0"/>
              </a:spcAft>
              <a:buSzPts val="1120"/>
              <a:buNone/>
              <a:defRPr b="1" sz="1600"/>
            </a:lvl8pPr>
            <a:lvl9pPr indent="-228600" lvl="8" marL="4114800" algn="l">
              <a:spcBef>
                <a:spcPts val="320"/>
              </a:spcBef>
              <a:spcAft>
                <a:spcPts val="0"/>
              </a:spcAft>
              <a:buSzPts val="1120"/>
              <a:buNone/>
              <a:defRPr b="1" sz="1600"/>
            </a:lvl9pPr>
          </a:lstStyle>
          <a:p/>
        </p:txBody>
      </p:sp>
      <p:sp>
        <p:nvSpPr>
          <p:cNvPr id="488" name="Google Shape;488;p196"/>
          <p:cNvSpPr txBox="1"/>
          <p:nvPr>
            <p:ph idx="2" type="body"/>
          </p:nvPr>
        </p:nvSpPr>
        <p:spPr>
          <a:xfrm>
            <a:off x="457200" y="2175272"/>
            <a:ext cx="4040188" cy="3950494"/>
          </a:xfrm>
          <a:prstGeom prst="rect">
            <a:avLst/>
          </a:prstGeom>
          <a:noFill/>
          <a:ln>
            <a:noFill/>
          </a:ln>
        </p:spPr>
        <p:txBody>
          <a:bodyPr anchorCtr="0" anchor="t" bIns="45700" lIns="91425" spcFirstLastPara="1" rIns="91425" wrap="square" tIns="45700">
            <a:noAutofit/>
          </a:bodyPr>
          <a:lstStyle>
            <a:lvl1pPr indent="-335280" lvl="0" marL="457200" algn="l">
              <a:spcBef>
                <a:spcPts val="480"/>
              </a:spcBef>
              <a:spcAft>
                <a:spcPts val="0"/>
              </a:spcAft>
              <a:buSzPts val="1680"/>
              <a:buChar char="■"/>
              <a:defRPr sz="2400"/>
            </a:lvl1pPr>
            <a:lvl2pPr indent="-317500" lvl="1" marL="914400" algn="l">
              <a:spcBef>
                <a:spcPts val="400"/>
              </a:spcBef>
              <a:spcAft>
                <a:spcPts val="0"/>
              </a:spcAft>
              <a:buSzPts val="1400"/>
              <a:buChar char="■"/>
              <a:defRPr sz="2000"/>
            </a:lvl2pPr>
            <a:lvl3pPr indent="-308610" lvl="2" marL="1371600" algn="l">
              <a:spcBef>
                <a:spcPts val="360"/>
              </a:spcBef>
              <a:spcAft>
                <a:spcPts val="0"/>
              </a:spcAft>
              <a:buSzPts val="1260"/>
              <a:buChar char="■"/>
              <a:defRPr sz="1800"/>
            </a:lvl3pPr>
            <a:lvl4pPr indent="-299719" lvl="3" marL="1828800" algn="l">
              <a:spcBef>
                <a:spcPts val="320"/>
              </a:spcBef>
              <a:spcAft>
                <a:spcPts val="0"/>
              </a:spcAft>
              <a:buSzPts val="1120"/>
              <a:buChar char="■"/>
              <a:defRPr sz="1600"/>
            </a:lvl4pPr>
            <a:lvl5pPr indent="-299720" lvl="4" marL="2286000" algn="l">
              <a:spcBef>
                <a:spcPts val="320"/>
              </a:spcBef>
              <a:spcAft>
                <a:spcPts val="0"/>
              </a:spcAft>
              <a:buSzPts val="1120"/>
              <a:buChar char="■"/>
              <a:defRPr sz="1600"/>
            </a:lvl5pPr>
            <a:lvl6pPr indent="-299720" lvl="5" marL="2743200" algn="l">
              <a:spcBef>
                <a:spcPts val="320"/>
              </a:spcBef>
              <a:spcAft>
                <a:spcPts val="0"/>
              </a:spcAft>
              <a:buSzPts val="1120"/>
              <a:buChar char="■"/>
              <a:defRPr sz="1600"/>
            </a:lvl6pPr>
            <a:lvl7pPr indent="-299720" lvl="6" marL="3200400" algn="l">
              <a:spcBef>
                <a:spcPts val="320"/>
              </a:spcBef>
              <a:spcAft>
                <a:spcPts val="0"/>
              </a:spcAft>
              <a:buSzPts val="1120"/>
              <a:buChar char="■"/>
              <a:defRPr sz="1600"/>
            </a:lvl7pPr>
            <a:lvl8pPr indent="-299720" lvl="7" marL="3657600" algn="l">
              <a:spcBef>
                <a:spcPts val="320"/>
              </a:spcBef>
              <a:spcAft>
                <a:spcPts val="0"/>
              </a:spcAft>
              <a:buSzPts val="1120"/>
              <a:buChar char="■"/>
              <a:defRPr sz="1600"/>
            </a:lvl8pPr>
            <a:lvl9pPr indent="-299720" lvl="8" marL="4114800" algn="l">
              <a:spcBef>
                <a:spcPts val="320"/>
              </a:spcBef>
              <a:spcAft>
                <a:spcPts val="0"/>
              </a:spcAft>
              <a:buSzPts val="1120"/>
              <a:buChar char="■"/>
              <a:defRPr sz="1600"/>
            </a:lvl9pPr>
          </a:lstStyle>
          <a:p/>
        </p:txBody>
      </p:sp>
      <p:sp>
        <p:nvSpPr>
          <p:cNvPr id="489" name="Google Shape;489;p196"/>
          <p:cNvSpPr txBox="1"/>
          <p:nvPr>
            <p:ph idx="3" type="body"/>
          </p:nvPr>
        </p:nvSpPr>
        <p:spPr>
          <a:xfrm>
            <a:off x="4645033" y="1535911"/>
            <a:ext cx="4041775" cy="639366"/>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120"/>
              <a:buNone/>
              <a:defRPr b="1" sz="1600"/>
            </a:lvl5pPr>
            <a:lvl6pPr indent="-228600" lvl="5" marL="2743200" algn="l">
              <a:spcBef>
                <a:spcPts val="320"/>
              </a:spcBef>
              <a:spcAft>
                <a:spcPts val="0"/>
              </a:spcAft>
              <a:buSzPts val="1120"/>
              <a:buNone/>
              <a:defRPr b="1" sz="1600"/>
            </a:lvl6pPr>
            <a:lvl7pPr indent="-228600" lvl="6" marL="3200400" algn="l">
              <a:spcBef>
                <a:spcPts val="320"/>
              </a:spcBef>
              <a:spcAft>
                <a:spcPts val="0"/>
              </a:spcAft>
              <a:buSzPts val="1120"/>
              <a:buNone/>
              <a:defRPr b="1" sz="1600"/>
            </a:lvl7pPr>
            <a:lvl8pPr indent="-228600" lvl="7" marL="3657600" algn="l">
              <a:spcBef>
                <a:spcPts val="320"/>
              </a:spcBef>
              <a:spcAft>
                <a:spcPts val="0"/>
              </a:spcAft>
              <a:buSzPts val="1120"/>
              <a:buNone/>
              <a:defRPr b="1" sz="1600"/>
            </a:lvl8pPr>
            <a:lvl9pPr indent="-228600" lvl="8" marL="4114800" algn="l">
              <a:spcBef>
                <a:spcPts val="320"/>
              </a:spcBef>
              <a:spcAft>
                <a:spcPts val="0"/>
              </a:spcAft>
              <a:buSzPts val="1120"/>
              <a:buNone/>
              <a:defRPr b="1" sz="1600"/>
            </a:lvl9pPr>
          </a:lstStyle>
          <a:p/>
        </p:txBody>
      </p:sp>
      <p:sp>
        <p:nvSpPr>
          <p:cNvPr id="490" name="Google Shape;490;p196"/>
          <p:cNvSpPr txBox="1"/>
          <p:nvPr>
            <p:ph idx="4" type="body"/>
          </p:nvPr>
        </p:nvSpPr>
        <p:spPr>
          <a:xfrm>
            <a:off x="4645033" y="2175272"/>
            <a:ext cx="4041775" cy="3950494"/>
          </a:xfrm>
          <a:prstGeom prst="rect">
            <a:avLst/>
          </a:prstGeom>
          <a:noFill/>
          <a:ln>
            <a:noFill/>
          </a:ln>
        </p:spPr>
        <p:txBody>
          <a:bodyPr anchorCtr="0" anchor="t" bIns="45700" lIns="91425" spcFirstLastPara="1" rIns="91425" wrap="square" tIns="45700">
            <a:noAutofit/>
          </a:bodyPr>
          <a:lstStyle>
            <a:lvl1pPr indent="-335280" lvl="0" marL="457200" algn="l">
              <a:spcBef>
                <a:spcPts val="480"/>
              </a:spcBef>
              <a:spcAft>
                <a:spcPts val="0"/>
              </a:spcAft>
              <a:buSzPts val="1680"/>
              <a:buChar char="■"/>
              <a:defRPr sz="2400"/>
            </a:lvl1pPr>
            <a:lvl2pPr indent="-317500" lvl="1" marL="914400" algn="l">
              <a:spcBef>
                <a:spcPts val="400"/>
              </a:spcBef>
              <a:spcAft>
                <a:spcPts val="0"/>
              </a:spcAft>
              <a:buSzPts val="1400"/>
              <a:buChar char="■"/>
              <a:defRPr sz="2000"/>
            </a:lvl2pPr>
            <a:lvl3pPr indent="-308610" lvl="2" marL="1371600" algn="l">
              <a:spcBef>
                <a:spcPts val="360"/>
              </a:spcBef>
              <a:spcAft>
                <a:spcPts val="0"/>
              </a:spcAft>
              <a:buSzPts val="1260"/>
              <a:buChar char="■"/>
              <a:defRPr sz="1800"/>
            </a:lvl3pPr>
            <a:lvl4pPr indent="-299719" lvl="3" marL="1828800" algn="l">
              <a:spcBef>
                <a:spcPts val="320"/>
              </a:spcBef>
              <a:spcAft>
                <a:spcPts val="0"/>
              </a:spcAft>
              <a:buSzPts val="1120"/>
              <a:buChar char="■"/>
              <a:defRPr sz="1600"/>
            </a:lvl4pPr>
            <a:lvl5pPr indent="-299720" lvl="4" marL="2286000" algn="l">
              <a:spcBef>
                <a:spcPts val="320"/>
              </a:spcBef>
              <a:spcAft>
                <a:spcPts val="0"/>
              </a:spcAft>
              <a:buSzPts val="1120"/>
              <a:buChar char="■"/>
              <a:defRPr sz="1600"/>
            </a:lvl5pPr>
            <a:lvl6pPr indent="-299720" lvl="5" marL="2743200" algn="l">
              <a:spcBef>
                <a:spcPts val="320"/>
              </a:spcBef>
              <a:spcAft>
                <a:spcPts val="0"/>
              </a:spcAft>
              <a:buSzPts val="1120"/>
              <a:buChar char="■"/>
              <a:defRPr sz="1600"/>
            </a:lvl6pPr>
            <a:lvl7pPr indent="-299720" lvl="6" marL="3200400" algn="l">
              <a:spcBef>
                <a:spcPts val="320"/>
              </a:spcBef>
              <a:spcAft>
                <a:spcPts val="0"/>
              </a:spcAft>
              <a:buSzPts val="1120"/>
              <a:buChar char="■"/>
              <a:defRPr sz="1600"/>
            </a:lvl7pPr>
            <a:lvl8pPr indent="-299720" lvl="7" marL="3657600" algn="l">
              <a:spcBef>
                <a:spcPts val="320"/>
              </a:spcBef>
              <a:spcAft>
                <a:spcPts val="0"/>
              </a:spcAft>
              <a:buSzPts val="1120"/>
              <a:buChar char="■"/>
              <a:defRPr sz="1600"/>
            </a:lvl8pPr>
            <a:lvl9pPr indent="-299720" lvl="8" marL="4114800" algn="l">
              <a:spcBef>
                <a:spcPts val="320"/>
              </a:spcBef>
              <a:spcAft>
                <a:spcPts val="0"/>
              </a:spcAft>
              <a:buSzPts val="1120"/>
              <a:buChar char="■"/>
              <a:defRPr sz="1600"/>
            </a:lvl9pPr>
          </a:lstStyle>
          <a:p/>
        </p:txBody>
      </p:sp>
      <p:sp>
        <p:nvSpPr>
          <p:cNvPr id="491" name="Google Shape;491;p196"/>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2" name="Google Shape;492;p196"/>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7" name="Shape 507"/>
        <p:cNvGrpSpPr/>
        <p:nvPr/>
      </p:nvGrpSpPr>
      <p:grpSpPr>
        <a:xfrm>
          <a:off x="0" y="0"/>
          <a:ext cx="0" cy="0"/>
          <a:chOff x="0" y="0"/>
          <a:chExt cx="0" cy="0"/>
        </a:xfrm>
      </p:grpSpPr>
      <p:sp>
        <p:nvSpPr>
          <p:cNvPr id="508" name="Google Shape;508;p1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9" name="Google Shape;509;p198"/>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0" name="Google Shape;510;p198"/>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5" name="Shape 525"/>
        <p:cNvGrpSpPr/>
        <p:nvPr/>
      </p:nvGrpSpPr>
      <p:grpSpPr>
        <a:xfrm>
          <a:off x="0" y="0"/>
          <a:ext cx="0" cy="0"/>
          <a:chOff x="0" y="0"/>
          <a:chExt cx="0" cy="0"/>
        </a:xfrm>
      </p:grpSpPr>
      <p:sp>
        <p:nvSpPr>
          <p:cNvPr id="526" name="Google Shape;526;p200"/>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7" name="Google Shape;527;p200"/>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2" name="Shape 542"/>
        <p:cNvGrpSpPr/>
        <p:nvPr/>
      </p:nvGrpSpPr>
      <p:grpSpPr>
        <a:xfrm>
          <a:off x="0" y="0"/>
          <a:ext cx="0" cy="0"/>
          <a:chOff x="0" y="0"/>
          <a:chExt cx="0" cy="0"/>
        </a:xfrm>
      </p:grpSpPr>
      <p:sp>
        <p:nvSpPr>
          <p:cNvPr id="543" name="Google Shape;543;p202"/>
          <p:cNvSpPr txBox="1"/>
          <p:nvPr>
            <p:ph type="title"/>
          </p:nvPr>
        </p:nvSpPr>
        <p:spPr>
          <a:xfrm>
            <a:off x="457215" y="273250"/>
            <a:ext cx="3008313" cy="116264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4" name="Google Shape;544;p202"/>
          <p:cNvSpPr txBox="1"/>
          <p:nvPr>
            <p:ph idx="1" type="body"/>
          </p:nvPr>
        </p:nvSpPr>
        <p:spPr>
          <a:xfrm>
            <a:off x="3575050" y="273257"/>
            <a:ext cx="5111750" cy="5852517"/>
          </a:xfrm>
          <a:prstGeom prst="rect">
            <a:avLst/>
          </a:prstGeom>
          <a:noFill/>
          <a:ln>
            <a:noFill/>
          </a:ln>
        </p:spPr>
        <p:txBody>
          <a:bodyPr anchorCtr="0" anchor="t" bIns="45700" lIns="91425" spcFirstLastPara="1" rIns="91425" wrap="square" tIns="45700">
            <a:noAutofit/>
          </a:bodyPr>
          <a:lstStyle>
            <a:lvl1pPr indent="-370840" lvl="0" marL="457200" algn="l">
              <a:spcBef>
                <a:spcPts val="640"/>
              </a:spcBef>
              <a:spcAft>
                <a:spcPts val="0"/>
              </a:spcAft>
              <a:buSzPts val="2240"/>
              <a:buChar char="■"/>
              <a:defRPr sz="3200"/>
            </a:lvl1pPr>
            <a:lvl2pPr indent="-353060" lvl="1" marL="914400" algn="l">
              <a:spcBef>
                <a:spcPts val="560"/>
              </a:spcBef>
              <a:spcAft>
                <a:spcPts val="0"/>
              </a:spcAft>
              <a:buSzPts val="1960"/>
              <a:buChar char="■"/>
              <a:defRPr sz="2800"/>
            </a:lvl2pPr>
            <a:lvl3pPr indent="-335280" lvl="2" marL="1371600" algn="l">
              <a:spcBef>
                <a:spcPts val="480"/>
              </a:spcBef>
              <a:spcAft>
                <a:spcPts val="0"/>
              </a:spcAft>
              <a:buSzPts val="1680"/>
              <a:buChar char="■"/>
              <a:defRPr sz="2400"/>
            </a:lvl3pPr>
            <a:lvl4pPr indent="-317500" lvl="3" marL="1828800" algn="l">
              <a:spcBef>
                <a:spcPts val="400"/>
              </a:spcBef>
              <a:spcAft>
                <a:spcPts val="0"/>
              </a:spcAft>
              <a:buSzPts val="1400"/>
              <a:buChar char="■"/>
              <a:defRPr sz="2000"/>
            </a:lvl4pPr>
            <a:lvl5pPr indent="-317500" lvl="4" marL="2286000" algn="l">
              <a:spcBef>
                <a:spcPts val="400"/>
              </a:spcBef>
              <a:spcAft>
                <a:spcPts val="0"/>
              </a:spcAft>
              <a:buSzPts val="1400"/>
              <a:buChar char="■"/>
              <a:defRPr sz="2000"/>
            </a:lvl5pPr>
            <a:lvl6pPr indent="-317500" lvl="5" marL="2743200" algn="l">
              <a:spcBef>
                <a:spcPts val="400"/>
              </a:spcBef>
              <a:spcAft>
                <a:spcPts val="0"/>
              </a:spcAft>
              <a:buSzPts val="1400"/>
              <a:buChar char="■"/>
              <a:defRPr sz="2000"/>
            </a:lvl6pPr>
            <a:lvl7pPr indent="-317500" lvl="6" marL="3200400" algn="l">
              <a:spcBef>
                <a:spcPts val="400"/>
              </a:spcBef>
              <a:spcAft>
                <a:spcPts val="0"/>
              </a:spcAft>
              <a:buSzPts val="1400"/>
              <a:buChar char="■"/>
              <a:defRPr sz="2000"/>
            </a:lvl7pPr>
            <a:lvl8pPr indent="-317500" lvl="7" marL="3657600" algn="l">
              <a:spcBef>
                <a:spcPts val="400"/>
              </a:spcBef>
              <a:spcAft>
                <a:spcPts val="0"/>
              </a:spcAft>
              <a:buSzPts val="1400"/>
              <a:buChar char="■"/>
              <a:defRPr sz="2000"/>
            </a:lvl8pPr>
            <a:lvl9pPr indent="-317500" lvl="8" marL="4114800" algn="l">
              <a:spcBef>
                <a:spcPts val="400"/>
              </a:spcBef>
              <a:spcAft>
                <a:spcPts val="0"/>
              </a:spcAft>
              <a:buSzPts val="1400"/>
              <a:buChar char="■"/>
              <a:defRPr sz="2000"/>
            </a:lvl9pPr>
          </a:lstStyle>
          <a:p/>
        </p:txBody>
      </p:sp>
      <p:sp>
        <p:nvSpPr>
          <p:cNvPr id="545" name="Google Shape;545;p202"/>
          <p:cNvSpPr txBox="1"/>
          <p:nvPr>
            <p:ph idx="2" type="body"/>
          </p:nvPr>
        </p:nvSpPr>
        <p:spPr>
          <a:xfrm>
            <a:off x="457215" y="1435894"/>
            <a:ext cx="3008313" cy="468987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30"/>
              <a:buNone/>
              <a:defRPr sz="900"/>
            </a:lvl5pPr>
            <a:lvl6pPr indent="-228600" lvl="5" marL="2743200" algn="l">
              <a:spcBef>
                <a:spcPts val="180"/>
              </a:spcBef>
              <a:spcAft>
                <a:spcPts val="0"/>
              </a:spcAft>
              <a:buSzPts val="630"/>
              <a:buNone/>
              <a:defRPr sz="900"/>
            </a:lvl6pPr>
            <a:lvl7pPr indent="-228600" lvl="6" marL="3200400" algn="l">
              <a:spcBef>
                <a:spcPts val="180"/>
              </a:spcBef>
              <a:spcAft>
                <a:spcPts val="0"/>
              </a:spcAft>
              <a:buSzPts val="630"/>
              <a:buNone/>
              <a:defRPr sz="900"/>
            </a:lvl7pPr>
            <a:lvl8pPr indent="-228600" lvl="7" marL="3657600" algn="l">
              <a:spcBef>
                <a:spcPts val="180"/>
              </a:spcBef>
              <a:spcAft>
                <a:spcPts val="0"/>
              </a:spcAft>
              <a:buSzPts val="630"/>
              <a:buNone/>
              <a:defRPr sz="900"/>
            </a:lvl8pPr>
            <a:lvl9pPr indent="-228600" lvl="8" marL="4114800" algn="l">
              <a:spcBef>
                <a:spcPts val="180"/>
              </a:spcBef>
              <a:spcAft>
                <a:spcPts val="0"/>
              </a:spcAft>
              <a:buSzPts val="630"/>
              <a:buNone/>
              <a:defRPr sz="900"/>
            </a:lvl9pPr>
          </a:lstStyle>
          <a:p/>
        </p:txBody>
      </p:sp>
      <p:sp>
        <p:nvSpPr>
          <p:cNvPr id="546" name="Google Shape;546;p202"/>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7" name="Google Shape;547;p202"/>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62" name="Shape 562"/>
        <p:cNvGrpSpPr/>
        <p:nvPr/>
      </p:nvGrpSpPr>
      <p:grpSpPr>
        <a:xfrm>
          <a:off x="0" y="0"/>
          <a:ext cx="0" cy="0"/>
          <a:chOff x="0" y="0"/>
          <a:chExt cx="0" cy="0"/>
        </a:xfrm>
      </p:grpSpPr>
      <p:sp>
        <p:nvSpPr>
          <p:cNvPr id="563" name="Google Shape;563;p204"/>
          <p:cNvSpPr txBox="1"/>
          <p:nvPr>
            <p:ph type="title"/>
          </p:nvPr>
        </p:nvSpPr>
        <p:spPr>
          <a:xfrm>
            <a:off x="1792288" y="4800601"/>
            <a:ext cx="5486400" cy="56614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4" name="Google Shape;564;p204"/>
          <p:cNvSpPr/>
          <p:nvPr>
            <p:ph idx="2" type="pic"/>
          </p:nvPr>
        </p:nvSpPr>
        <p:spPr>
          <a:xfrm>
            <a:off x="1792288" y="612577"/>
            <a:ext cx="5486400" cy="4114800"/>
          </a:xfrm>
          <a:prstGeom prst="rect">
            <a:avLst/>
          </a:prstGeom>
          <a:noFill/>
          <a:ln>
            <a:noFill/>
          </a:ln>
        </p:spPr>
      </p:sp>
      <p:sp>
        <p:nvSpPr>
          <p:cNvPr id="565" name="Google Shape;565;p204"/>
          <p:cNvSpPr txBox="1"/>
          <p:nvPr>
            <p:ph idx="1" type="body"/>
          </p:nvPr>
        </p:nvSpPr>
        <p:spPr>
          <a:xfrm>
            <a:off x="1792288" y="5366744"/>
            <a:ext cx="5486400" cy="805457"/>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30"/>
              <a:buNone/>
              <a:defRPr sz="900"/>
            </a:lvl5pPr>
            <a:lvl6pPr indent="-228600" lvl="5" marL="2743200" algn="l">
              <a:spcBef>
                <a:spcPts val="180"/>
              </a:spcBef>
              <a:spcAft>
                <a:spcPts val="0"/>
              </a:spcAft>
              <a:buSzPts val="630"/>
              <a:buNone/>
              <a:defRPr sz="900"/>
            </a:lvl6pPr>
            <a:lvl7pPr indent="-228600" lvl="6" marL="3200400" algn="l">
              <a:spcBef>
                <a:spcPts val="180"/>
              </a:spcBef>
              <a:spcAft>
                <a:spcPts val="0"/>
              </a:spcAft>
              <a:buSzPts val="630"/>
              <a:buNone/>
              <a:defRPr sz="900"/>
            </a:lvl7pPr>
            <a:lvl8pPr indent="-228600" lvl="7" marL="3657600" algn="l">
              <a:spcBef>
                <a:spcPts val="180"/>
              </a:spcBef>
              <a:spcAft>
                <a:spcPts val="0"/>
              </a:spcAft>
              <a:buSzPts val="630"/>
              <a:buNone/>
              <a:defRPr sz="900"/>
            </a:lvl8pPr>
            <a:lvl9pPr indent="-228600" lvl="8" marL="4114800" algn="l">
              <a:spcBef>
                <a:spcPts val="180"/>
              </a:spcBef>
              <a:spcAft>
                <a:spcPts val="0"/>
              </a:spcAft>
              <a:buSzPts val="630"/>
              <a:buNone/>
              <a:defRPr sz="900"/>
            </a:lvl9pPr>
          </a:lstStyle>
          <a:p/>
        </p:txBody>
      </p:sp>
      <p:sp>
        <p:nvSpPr>
          <p:cNvPr id="566" name="Google Shape;566;p204"/>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7" name="Google Shape;567;p204"/>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2" name="Shape 582"/>
        <p:cNvGrpSpPr/>
        <p:nvPr/>
      </p:nvGrpSpPr>
      <p:grpSpPr>
        <a:xfrm>
          <a:off x="0" y="0"/>
          <a:ext cx="0" cy="0"/>
          <a:chOff x="0" y="0"/>
          <a:chExt cx="0" cy="0"/>
        </a:xfrm>
      </p:grpSpPr>
      <p:sp>
        <p:nvSpPr>
          <p:cNvPr id="583" name="Google Shape;583;p20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4" name="Google Shape;584;p206"/>
          <p:cNvSpPr txBox="1"/>
          <p:nvPr>
            <p:ph idx="1" type="body"/>
          </p:nvPr>
        </p:nvSpPr>
        <p:spPr>
          <a:xfrm rot="5400000">
            <a:off x="2322513" y="-265112"/>
            <a:ext cx="4498975" cy="8229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585" name="Google Shape;585;p206"/>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6" name="Google Shape;586;p206"/>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5.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23.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20.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12.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3.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21.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8.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24.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6.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19.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18.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1.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15.xml"/></Relationships>
</file>

<file path=ppt/slideMasters/_rels/slideMaster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4.xml"/></Relationships>
</file>

<file path=ppt/slideMasters/_rels/slideMaster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16.xml"/></Relationships>
</file>

<file path=ppt/slideMasters/_rels/slideMaster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9.xml"/></Relationships>
</file>

<file path=ppt/slideMasters/_rels/slideMaster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17.xml"/></Relationships>
</file>

<file path=ppt/slideMasters/_rels/slideMaster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28.xml"/></Relationships>
</file>

<file path=ppt/slideMasters/_rels/slideMaster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26.xml"/></Relationships>
</file>

<file path=ppt/slideMasters/_rels/slideMaster2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7.xml"/></Relationships>
</file>

<file path=ppt/slideMasters/_rels/slideMaster2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13.xml"/></Relationships>
</file>

<file path=ppt/slideMasters/_rels/slideMaster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hlink"/>
            </a:gs>
            <a:gs pos="50000">
              <a:schemeClr val="lt1"/>
            </a:gs>
            <a:gs pos="100000">
              <a:schemeClr val="hlink"/>
            </a:gs>
          </a:gsLst>
          <a:lin ang="2700000" scaled="0"/>
        </a:gradFill>
      </p:bgPr>
    </p:bg>
    <p:spTree>
      <p:nvGrpSpPr>
        <p:cNvPr id="9" name="Shape 9"/>
        <p:cNvGrpSpPr/>
        <p:nvPr/>
      </p:nvGrpSpPr>
      <p:grpSpPr>
        <a:xfrm>
          <a:off x="0" y="0"/>
          <a:ext cx="0" cy="0"/>
          <a:chOff x="0" y="0"/>
          <a:chExt cx="0" cy="0"/>
        </a:xfrm>
      </p:grpSpPr>
      <p:sp>
        <p:nvSpPr>
          <p:cNvPr id="10" name="Google Shape;10;p14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4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4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9pPr>
          </a:lstStyle>
          <a:p/>
        </p:txBody>
      </p:sp>
      <p:sp>
        <p:nvSpPr>
          <p:cNvPr id="13" name="Google Shape;13;p14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9pPr>
          </a:lstStyle>
          <a:p/>
        </p:txBody>
      </p:sp>
      <p:sp>
        <p:nvSpPr>
          <p:cNvPr id="14" name="Google Shape;14;p14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4" name="Shape 84"/>
        <p:cNvGrpSpPr/>
        <p:nvPr/>
      </p:nvGrpSpPr>
      <p:grpSpPr>
        <a:xfrm>
          <a:off x="0" y="0"/>
          <a:ext cx="0" cy="0"/>
          <a:chOff x="0" y="0"/>
          <a:chExt cx="0" cy="0"/>
        </a:xfrm>
      </p:grpSpPr>
      <p:grpSp>
        <p:nvGrpSpPr>
          <p:cNvPr id="85" name="Google Shape;85;p149"/>
          <p:cNvGrpSpPr/>
          <p:nvPr/>
        </p:nvGrpSpPr>
        <p:grpSpPr>
          <a:xfrm>
            <a:off x="0" y="0"/>
            <a:ext cx="9140825" cy="6851650"/>
            <a:chOff x="0" y="0"/>
            <a:chExt cx="5758" cy="4315"/>
          </a:xfrm>
        </p:grpSpPr>
        <p:sp>
          <p:nvSpPr>
            <p:cNvPr id="86" name="Google Shape;86;p149"/>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87" name="Google Shape;87;p149"/>
            <p:cNvGrpSpPr/>
            <p:nvPr/>
          </p:nvGrpSpPr>
          <p:grpSpPr>
            <a:xfrm>
              <a:off x="1728" y="1409"/>
              <a:ext cx="4027" cy="2906"/>
              <a:chOff x="1728" y="1409"/>
              <a:chExt cx="4027" cy="2906"/>
            </a:xfrm>
          </p:grpSpPr>
          <p:sp>
            <p:nvSpPr>
              <p:cNvPr id="88" name="Google Shape;88;p149"/>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89" name="Google Shape;89;p149"/>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0" name="Google Shape;90;p14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1" name="Google Shape;91;p149"/>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2" name="Google Shape;92;p149"/>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3" name="Google Shape;93;p149"/>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94" name="Google Shape;94;p149"/>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95" name="Google Shape;95;p149"/>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96" name="Google Shape;96;p149"/>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97" name="Google Shape;97;p149"/>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3" name="Shape 103"/>
        <p:cNvGrpSpPr/>
        <p:nvPr/>
      </p:nvGrpSpPr>
      <p:grpSpPr>
        <a:xfrm>
          <a:off x="0" y="0"/>
          <a:ext cx="0" cy="0"/>
          <a:chOff x="0" y="0"/>
          <a:chExt cx="0" cy="0"/>
        </a:xfrm>
      </p:grpSpPr>
      <p:grpSp>
        <p:nvGrpSpPr>
          <p:cNvPr id="104" name="Google Shape;104;p151"/>
          <p:cNvGrpSpPr/>
          <p:nvPr/>
        </p:nvGrpSpPr>
        <p:grpSpPr>
          <a:xfrm>
            <a:off x="0" y="0"/>
            <a:ext cx="9140825" cy="6850062"/>
            <a:chOff x="0" y="0"/>
            <a:chExt cx="5758" cy="4315"/>
          </a:xfrm>
        </p:grpSpPr>
        <p:sp>
          <p:nvSpPr>
            <p:cNvPr id="105" name="Google Shape;105;p151"/>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06" name="Google Shape;106;p151"/>
            <p:cNvGrpSpPr/>
            <p:nvPr/>
          </p:nvGrpSpPr>
          <p:grpSpPr>
            <a:xfrm>
              <a:off x="1728" y="1409"/>
              <a:ext cx="4027" cy="2906"/>
              <a:chOff x="1728" y="1409"/>
              <a:chExt cx="4027" cy="2906"/>
            </a:xfrm>
          </p:grpSpPr>
          <p:sp>
            <p:nvSpPr>
              <p:cNvPr id="107" name="Google Shape;107;p151"/>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08" name="Google Shape;108;p151"/>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09" name="Google Shape;109;p15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10" name="Google Shape;110;p151"/>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11" name="Google Shape;111;p151"/>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12" name="Google Shape;112;p151"/>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13" name="Google Shape;113;p1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14" name="Google Shape;114;p151"/>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15" name="Google Shape;115;p151"/>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16" name="Google Shape;116;p151"/>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2" name="Shape 122"/>
        <p:cNvGrpSpPr/>
        <p:nvPr/>
      </p:nvGrpSpPr>
      <p:grpSpPr>
        <a:xfrm>
          <a:off x="0" y="0"/>
          <a:ext cx="0" cy="0"/>
          <a:chOff x="0" y="0"/>
          <a:chExt cx="0" cy="0"/>
        </a:xfrm>
      </p:grpSpPr>
      <p:grpSp>
        <p:nvGrpSpPr>
          <p:cNvPr id="123" name="Google Shape;123;p153"/>
          <p:cNvGrpSpPr/>
          <p:nvPr/>
        </p:nvGrpSpPr>
        <p:grpSpPr>
          <a:xfrm>
            <a:off x="0" y="0"/>
            <a:ext cx="9140825" cy="6850062"/>
            <a:chOff x="0" y="0"/>
            <a:chExt cx="5758" cy="4315"/>
          </a:xfrm>
        </p:grpSpPr>
        <p:sp>
          <p:nvSpPr>
            <p:cNvPr id="124" name="Google Shape;124;p153"/>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25" name="Google Shape;125;p153"/>
            <p:cNvGrpSpPr/>
            <p:nvPr/>
          </p:nvGrpSpPr>
          <p:grpSpPr>
            <a:xfrm>
              <a:off x="1728" y="1409"/>
              <a:ext cx="4027" cy="2906"/>
              <a:chOff x="1728" y="1409"/>
              <a:chExt cx="4027" cy="2906"/>
            </a:xfrm>
          </p:grpSpPr>
          <p:sp>
            <p:nvSpPr>
              <p:cNvPr id="126" name="Google Shape;126;p153"/>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27" name="Google Shape;127;p153"/>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28" name="Google Shape;128;p15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29" name="Google Shape;129;p153"/>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30" name="Google Shape;130;p153"/>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31" name="Google Shape;131;p153"/>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32" name="Google Shape;132;p1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33" name="Google Shape;133;p153"/>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34" name="Google Shape;134;p153"/>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35" name="Google Shape;135;p153"/>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1" name="Shape 141"/>
        <p:cNvGrpSpPr/>
        <p:nvPr/>
      </p:nvGrpSpPr>
      <p:grpSpPr>
        <a:xfrm>
          <a:off x="0" y="0"/>
          <a:ext cx="0" cy="0"/>
          <a:chOff x="0" y="0"/>
          <a:chExt cx="0" cy="0"/>
        </a:xfrm>
      </p:grpSpPr>
      <p:grpSp>
        <p:nvGrpSpPr>
          <p:cNvPr id="142" name="Google Shape;142;p155"/>
          <p:cNvGrpSpPr/>
          <p:nvPr/>
        </p:nvGrpSpPr>
        <p:grpSpPr>
          <a:xfrm>
            <a:off x="0" y="0"/>
            <a:ext cx="9140825" cy="6850062"/>
            <a:chOff x="0" y="0"/>
            <a:chExt cx="5758" cy="4315"/>
          </a:xfrm>
        </p:grpSpPr>
        <p:sp>
          <p:nvSpPr>
            <p:cNvPr id="143" name="Google Shape;143;p155"/>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44" name="Google Shape;144;p155"/>
            <p:cNvGrpSpPr/>
            <p:nvPr/>
          </p:nvGrpSpPr>
          <p:grpSpPr>
            <a:xfrm>
              <a:off x="1728" y="1409"/>
              <a:ext cx="4027" cy="2906"/>
              <a:chOff x="1728" y="1409"/>
              <a:chExt cx="4027" cy="2906"/>
            </a:xfrm>
          </p:grpSpPr>
          <p:sp>
            <p:nvSpPr>
              <p:cNvPr id="145" name="Google Shape;145;p155"/>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6" name="Google Shape;146;p155"/>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7" name="Google Shape;147;p15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8" name="Google Shape;148;p15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9" name="Google Shape;149;p15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0" name="Google Shape;150;p155"/>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51" name="Google Shape;151;p1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52" name="Google Shape;152;p155"/>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53" name="Google Shape;153;p155"/>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54" name="Google Shape;154;p155"/>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0" name="Shape 160"/>
        <p:cNvGrpSpPr/>
        <p:nvPr/>
      </p:nvGrpSpPr>
      <p:grpSpPr>
        <a:xfrm>
          <a:off x="0" y="0"/>
          <a:ext cx="0" cy="0"/>
          <a:chOff x="0" y="0"/>
          <a:chExt cx="0" cy="0"/>
        </a:xfrm>
      </p:grpSpPr>
      <p:grpSp>
        <p:nvGrpSpPr>
          <p:cNvPr id="161" name="Google Shape;161;p165"/>
          <p:cNvGrpSpPr/>
          <p:nvPr/>
        </p:nvGrpSpPr>
        <p:grpSpPr>
          <a:xfrm>
            <a:off x="0" y="0"/>
            <a:ext cx="9140825" cy="6851650"/>
            <a:chOff x="0" y="0"/>
            <a:chExt cx="5758" cy="4315"/>
          </a:xfrm>
        </p:grpSpPr>
        <p:sp>
          <p:nvSpPr>
            <p:cNvPr id="162" name="Google Shape;162;p165"/>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63" name="Google Shape;163;p165"/>
            <p:cNvGrpSpPr/>
            <p:nvPr/>
          </p:nvGrpSpPr>
          <p:grpSpPr>
            <a:xfrm>
              <a:off x="1728" y="1409"/>
              <a:ext cx="4027" cy="2906"/>
              <a:chOff x="1728" y="1409"/>
              <a:chExt cx="4027" cy="2906"/>
            </a:xfrm>
          </p:grpSpPr>
          <p:sp>
            <p:nvSpPr>
              <p:cNvPr id="164" name="Google Shape;164;p165"/>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5" name="Google Shape;165;p165"/>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6" name="Google Shape;166;p16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7" name="Google Shape;167;p165"/>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8" name="Google Shape;168;p165"/>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9" name="Google Shape;169;p165"/>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70" name="Google Shape;170;p165"/>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171" name="Google Shape;171;p165"/>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172" name="Google Shape;172;p165"/>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l">
              <a:lnSpc>
                <a:spcPct val="90000"/>
              </a:lnSpc>
              <a:spcBef>
                <a:spcPts val="550"/>
              </a:spcBef>
              <a:spcAft>
                <a:spcPts val="0"/>
              </a:spcAft>
              <a:buSzPts val="1400"/>
              <a:buNone/>
              <a:defRPr b="0" i="0" sz="11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73" name="Google Shape;173;p165"/>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74" name="Shape 174"/>
        <p:cNvGrpSpPr/>
        <p:nvPr/>
      </p:nvGrpSpPr>
      <p:grpSpPr>
        <a:xfrm>
          <a:off x="0" y="0"/>
          <a:ext cx="0" cy="0"/>
          <a:chOff x="0" y="0"/>
          <a:chExt cx="0" cy="0"/>
        </a:xfrm>
      </p:grpSpPr>
      <p:grpSp>
        <p:nvGrpSpPr>
          <p:cNvPr id="175" name="Google Shape;175;p166"/>
          <p:cNvGrpSpPr/>
          <p:nvPr/>
        </p:nvGrpSpPr>
        <p:grpSpPr>
          <a:xfrm>
            <a:off x="0" y="0"/>
            <a:ext cx="9140825" cy="6850062"/>
            <a:chOff x="0" y="0"/>
            <a:chExt cx="5758" cy="4315"/>
          </a:xfrm>
        </p:grpSpPr>
        <p:sp>
          <p:nvSpPr>
            <p:cNvPr id="176" name="Google Shape;176;p166"/>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77" name="Google Shape;177;p166"/>
            <p:cNvGrpSpPr/>
            <p:nvPr/>
          </p:nvGrpSpPr>
          <p:grpSpPr>
            <a:xfrm>
              <a:off x="1728" y="1409"/>
              <a:ext cx="4027" cy="2906"/>
              <a:chOff x="1728" y="1409"/>
              <a:chExt cx="4027" cy="2906"/>
            </a:xfrm>
          </p:grpSpPr>
          <p:sp>
            <p:nvSpPr>
              <p:cNvPr id="178" name="Google Shape;178;p166"/>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79" name="Google Shape;179;p166"/>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0" name="Google Shape;180;p166"/>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1" name="Google Shape;181;p166"/>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2" name="Google Shape;182;p166"/>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3" name="Google Shape;183;p166"/>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84" name="Google Shape;184;p16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85" name="Google Shape;185;p166"/>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86" name="Google Shape;186;p166"/>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500"/>
              </a:spcBef>
              <a:spcAft>
                <a:spcPts val="0"/>
              </a:spcAft>
              <a:buSzPts val="1400"/>
              <a:buNone/>
              <a:defRPr b="0" i="0" sz="10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87" name="Google Shape;187;p166"/>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8" name="Shape 188"/>
        <p:cNvGrpSpPr/>
        <p:nvPr/>
      </p:nvGrpSpPr>
      <p:grpSpPr>
        <a:xfrm>
          <a:off x="0" y="0"/>
          <a:ext cx="0" cy="0"/>
          <a:chOff x="0" y="0"/>
          <a:chExt cx="0" cy="0"/>
        </a:xfrm>
      </p:grpSpPr>
      <p:grpSp>
        <p:nvGrpSpPr>
          <p:cNvPr id="189" name="Google Shape;189;p167"/>
          <p:cNvGrpSpPr/>
          <p:nvPr/>
        </p:nvGrpSpPr>
        <p:grpSpPr>
          <a:xfrm>
            <a:off x="0" y="0"/>
            <a:ext cx="9140825" cy="6850062"/>
            <a:chOff x="0" y="0"/>
            <a:chExt cx="5758" cy="4315"/>
          </a:xfrm>
        </p:grpSpPr>
        <p:sp>
          <p:nvSpPr>
            <p:cNvPr id="190" name="Google Shape;190;p167"/>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91" name="Google Shape;191;p167"/>
            <p:cNvGrpSpPr/>
            <p:nvPr/>
          </p:nvGrpSpPr>
          <p:grpSpPr>
            <a:xfrm>
              <a:off x="1728" y="1409"/>
              <a:ext cx="4027" cy="2906"/>
              <a:chOff x="1728" y="1409"/>
              <a:chExt cx="4027" cy="2906"/>
            </a:xfrm>
          </p:grpSpPr>
          <p:sp>
            <p:nvSpPr>
              <p:cNvPr id="192" name="Google Shape;192;p167"/>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3" name="Google Shape;193;p167"/>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4" name="Google Shape;194;p16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5" name="Google Shape;195;p167"/>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6" name="Google Shape;196;p167"/>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7" name="Google Shape;197;p167"/>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98" name="Google Shape;198;p1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99" name="Google Shape;199;p167"/>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200" name="Google Shape;200;p167"/>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500"/>
              </a:spcBef>
              <a:spcAft>
                <a:spcPts val="0"/>
              </a:spcAft>
              <a:buSzPts val="1400"/>
              <a:buNone/>
              <a:defRPr b="0" i="0" sz="10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01" name="Google Shape;201;p167"/>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2" name="Shape 202"/>
        <p:cNvGrpSpPr/>
        <p:nvPr/>
      </p:nvGrpSpPr>
      <p:grpSpPr>
        <a:xfrm>
          <a:off x="0" y="0"/>
          <a:ext cx="0" cy="0"/>
          <a:chOff x="0" y="0"/>
          <a:chExt cx="0" cy="0"/>
        </a:xfrm>
      </p:grpSpPr>
      <p:grpSp>
        <p:nvGrpSpPr>
          <p:cNvPr id="203" name="Google Shape;203;p168"/>
          <p:cNvGrpSpPr/>
          <p:nvPr/>
        </p:nvGrpSpPr>
        <p:grpSpPr>
          <a:xfrm>
            <a:off x="0" y="0"/>
            <a:ext cx="9140825" cy="6850062"/>
            <a:chOff x="0" y="0"/>
            <a:chExt cx="5758" cy="4315"/>
          </a:xfrm>
        </p:grpSpPr>
        <p:sp>
          <p:nvSpPr>
            <p:cNvPr id="204" name="Google Shape;204;p168"/>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05" name="Google Shape;205;p168"/>
            <p:cNvGrpSpPr/>
            <p:nvPr/>
          </p:nvGrpSpPr>
          <p:grpSpPr>
            <a:xfrm>
              <a:off x="1728" y="1409"/>
              <a:ext cx="4027" cy="2906"/>
              <a:chOff x="1728" y="1409"/>
              <a:chExt cx="4027" cy="2906"/>
            </a:xfrm>
          </p:grpSpPr>
          <p:sp>
            <p:nvSpPr>
              <p:cNvPr id="206" name="Google Shape;206;p168"/>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07" name="Google Shape;207;p168"/>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08" name="Google Shape;208;p168"/>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09" name="Google Shape;209;p168"/>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10" name="Google Shape;210;p168"/>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11" name="Google Shape;211;p168"/>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12" name="Google Shape;212;p16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213" name="Google Shape;213;p168"/>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214" name="Google Shape;214;p168"/>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500"/>
              </a:spcBef>
              <a:spcAft>
                <a:spcPts val="0"/>
              </a:spcAft>
              <a:buSzPts val="1400"/>
              <a:buNone/>
              <a:defRPr b="0" i="0" sz="10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15" name="Google Shape;215;p168"/>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6" name="Shape 216"/>
        <p:cNvGrpSpPr/>
        <p:nvPr/>
      </p:nvGrpSpPr>
      <p:grpSpPr>
        <a:xfrm>
          <a:off x="0" y="0"/>
          <a:ext cx="0" cy="0"/>
          <a:chOff x="0" y="0"/>
          <a:chExt cx="0" cy="0"/>
        </a:xfrm>
      </p:grpSpPr>
      <p:grpSp>
        <p:nvGrpSpPr>
          <p:cNvPr id="217" name="Google Shape;217;p169"/>
          <p:cNvGrpSpPr/>
          <p:nvPr/>
        </p:nvGrpSpPr>
        <p:grpSpPr>
          <a:xfrm>
            <a:off x="0" y="0"/>
            <a:ext cx="9140825" cy="6851650"/>
            <a:chOff x="0" y="0"/>
            <a:chExt cx="5758" cy="4315"/>
          </a:xfrm>
        </p:grpSpPr>
        <p:sp>
          <p:nvSpPr>
            <p:cNvPr id="218" name="Google Shape;218;p169"/>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19" name="Google Shape;219;p169"/>
            <p:cNvGrpSpPr/>
            <p:nvPr/>
          </p:nvGrpSpPr>
          <p:grpSpPr>
            <a:xfrm>
              <a:off x="1728" y="1409"/>
              <a:ext cx="4027" cy="2906"/>
              <a:chOff x="1728" y="1409"/>
              <a:chExt cx="4027" cy="2906"/>
            </a:xfrm>
          </p:grpSpPr>
          <p:sp>
            <p:nvSpPr>
              <p:cNvPr id="220" name="Google Shape;220;p169"/>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1" name="Google Shape;221;p169"/>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2" name="Google Shape;222;p16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3" name="Google Shape;223;p169"/>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4" name="Google Shape;224;p169"/>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5" name="Google Shape;225;p169"/>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26" name="Google Shape;226;p169"/>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27" name="Google Shape;227;p169"/>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28" name="Google Shape;228;p169"/>
          <p:cNvSpPr txBox="1"/>
          <p:nvPr>
            <p:ph idx="10" type="dt"/>
          </p:nvPr>
        </p:nvSpPr>
        <p:spPr>
          <a:xfrm>
            <a:off x="457200" y="6248400"/>
            <a:ext cx="213360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29" name="Google Shape;229;p169"/>
          <p:cNvSpPr txBox="1"/>
          <p:nvPr>
            <p:ph idx="11" type="ftr"/>
          </p:nvPr>
        </p:nvSpPr>
        <p:spPr>
          <a:xfrm>
            <a:off x="3124200" y="6251575"/>
            <a:ext cx="289560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30" name="Google Shape;230;p169"/>
          <p:cNvSpPr txBox="1"/>
          <p:nvPr>
            <p:ph idx="12" type="sldNum"/>
          </p:nvPr>
        </p:nvSpPr>
        <p:spPr>
          <a:xfrm>
            <a:off x="6553200" y="6254750"/>
            <a:ext cx="2133600"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7" name="Shape 237"/>
        <p:cNvGrpSpPr/>
        <p:nvPr/>
      </p:nvGrpSpPr>
      <p:grpSpPr>
        <a:xfrm>
          <a:off x="0" y="0"/>
          <a:ext cx="0" cy="0"/>
          <a:chOff x="0" y="0"/>
          <a:chExt cx="0" cy="0"/>
        </a:xfrm>
      </p:grpSpPr>
      <p:grpSp>
        <p:nvGrpSpPr>
          <p:cNvPr id="238" name="Google Shape;238;p171"/>
          <p:cNvGrpSpPr/>
          <p:nvPr/>
        </p:nvGrpSpPr>
        <p:grpSpPr>
          <a:xfrm>
            <a:off x="0" y="0"/>
            <a:ext cx="9140825" cy="6851650"/>
            <a:chOff x="0" y="0"/>
            <a:chExt cx="5758" cy="4315"/>
          </a:xfrm>
        </p:grpSpPr>
        <p:sp>
          <p:nvSpPr>
            <p:cNvPr id="239" name="Google Shape;239;p171"/>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40" name="Google Shape;240;p171"/>
            <p:cNvGrpSpPr/>
            <p:nvPr/>
          </p:nvGrpSpPr>
          <p:grpSpPr>
            <a:xfrm>
              <a:off x="1728" y="1409"/>
              <a:ext cx="4027" cy="2906"/>
              <a:chOff x="1728" y="1409"/>
              <a:chExt cx="4027" cy="2906"/>
            </a:xfrm>
          </p:grpSpPr>
          <p:sp>
            <p:nvSpPr>
              <p:cNvPr id="241" name="Google Shape;241;p171"/>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2" name="Google Shape;242;p171"/>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3" name="Google Shape;243;p17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4" name="Google Shape;244;p171"/>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5" name="Google Shape;245;p171"/>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6" name="Google Shape;246;p171"/>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47" name="Google Shape;247;p171"/>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48" name="Google Shape;248;p171"/>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49" name="Google Shape;249;p171"/>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50" name="Google Shape;250;p171"/>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56" name="Shape 256"/>
        <p:cNvGrpSpPr/>
        <p:nvPr/>
      </p:nvGrpSpPr>
      <p:grpSpPr>
        <a:xfrm>
          <a:off x="0" y="0"/>
          <a:ext cx="0" cy="0"/>
          <a:chOff x="0" y="0"/>
          <a:chExt cx="0" cy="0"/>
        </a:xfrm>
      </p:grpSpPr>
      <p:grpSp>
        <p:nvGrpSpPr>
          <p:cNvPr id="257" name="Google Shape;257;p173"/>
          <p:cNvGrpSpPr/>
          <p:nvPr/>
        </p:nvGrpSpPr>
        <p:grpSpPr>
          <a:xfrm>
            <a:off x="0" y="0"/>
            <a:ext cx="9140825" cy="6851650"/>
            <a:chOff x="0" y="0"/>
            <a:chExt cx="5758" cy="4315"/>
          </a:xfrm>
        </p:grpSpPr>
        <p:sp>
          <p:nvSpPr>
            <p:cNvPr id="258" name="Google Shape;258;p173"/>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59" name="Google Shape;259;p173"/>
            <p:cNvGrpSpPr/>
            <p:nvPr/>
          </p:nvGrpSpPr>
          <p:grpSpPr>
            <a:xfrm>
              <a:off x="1728" y="1409"/>
              <a:ext cx="4027" cy="2906"/>
              <a:chOff x="1728" y="1409"/>
              <a:chExt cx="4027" cy="2906"/>
            </a:xfrm>
          </p:grpSpPr>
          <p:sp>
            <p:nvSpPr>
              <p:cNvPr id="260" name="Google Shape;260;p173"/>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1" name="Google Shape;261;p173"/>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2" name="Google Shape;262;p17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3" name="Google Shape;263;p173"/>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4" name="Google Shape;264;p173"/>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5" name="Google Shape;265;p173"/>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66" name="Google Shape;266;p173"/>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67" name="Google Shape;267;p173"/>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68" name="Google Shape;268;p173"/>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69" name="Google Shape;269;p173"/>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76" name="Shape 276"/>
        <p:cNvGrpSpPr/>
        <p:nvPr/>
      </p:nvGrpSpPr>
      <p:grpSpPr>
        <a:xfrm>
          <a:off x="0" y="0"/>
          <a:ext cx="0" cy="0"/>
          <a:chOff x="0" y="0"/>
          <a:chExt cx="0" cy="0"/>
        </a:xfrm>
      </p:grpSpPr>
      <p:grpSp>
        <p:nvGrpSpPr>
          <p:cNvPr id="277" name="Google Shape;277;p175"/>
          <p:cNvGrpSpPr/>
          <p:nvPr/>
        </p:nvGrpSpPr>
        <p:grpSpPr>
          <a:xfrm>
            <a:off x="0" y="0"/>
            <a:ext cx="9140825" cy="6851650"/>
            <a:chOff x="0" y="0"/>
            <a:chExt cx="5758" cy="4315"/>
          </a:xfrm>
        </p:grpSpPr>
        <p:sp>
          <p:nvSpPr>
            <p:cNvPr id="278" name="Google Shape;278;p175"/>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79" name="Google Shape;279;p175"/>
            <p:cNvGrpSpPr/>
            <p:nvPr/>
          </p:nvGrpSpPr>
          <p:grpSpPr>
            <a:xfrm>
              <a:off x="1728" y="1409"/>
              <a:ext cx="4027" cy="2906"/>
              <a:chOff x="1728" y="1409"/>
              <a:chExt cx="4027" cy="2906"/>
            </a:xfrm>
          </p:grpSpPr>
          <p:sp>
            <p:nvSpPr>
              <p:cNvPr id="280" name="Google Shape;280;p175"/>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1" name="Google Shape;281;p175"/>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2" name="Google Shape;282;p17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3" name="Google Shape;283;p175"/>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4" name="Google Shape;284;p175"/>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5" name="Google Shape;285;p175"/>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86" name="Google Shape;286;p175"/>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87" name="Google Shape;287;p175"/>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88" name="Google Shape;288;p175"/>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89" name="Google Shape;289;p175"/>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98" name="Shape 298"/>
        <p:cNvGrpSpPr/>
        <p:nvPr/>
      </p:nvGrpSpPr>
      <p:grpSpPr>
        <a:xfrm>
          <a:off x="0" y="0"/>
          <a:ext cx="0" cy="0"/>
          <a:chOff x="0" y="0"/>
          <a:chExt cx="0" cy="0"/>
        </a:xfrm>
      </p:grpSpPr>
      <p:grpSp>
        <p:nvGrpSpPr>
          <p:cNvPr id="299" name="Google Shape;299;p177"/>
          <p:cNvGrpSpPr/>
          <p:nvPr/>
        </p:nvGrpSpPr>
        <p:grpSpPr>
          <a:xfrm>
            <a:off x="0" y="0"/>
            <a:ext cx="9140825" cy="6851650"/>
            <a:chOff x="0" y="0"/>
            <a:chExt cx="5758" cy="4315"/>
          </a:xfrm>
        </p:grpSpPr>
        <p:sp>
          <p:nvSpPr>
            <p:cNvPr id="300" name="Google Shape;300;p177"/>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01" name="Google Shape;301;p177"/>
            <p:cNvGrpSpPr/>
            <p:nvPr/>
          </p:nvGrpSpPr>
          <p:grpSpPr>
            <a:xfrm>
              <a:off x="1728" y="1409"/>
              <a:ext cx="4027" cy="2906"/>
              <a:chOff x="1728" y="1409"/>
              <a:chExt cx="4027" cy="2906"/>
            </a:xfrm>
          </p:grpSpPr>
          <p:sp>
            <p:nvSpPr>
              <p:cNvPr id="302" name="Google Shape;302;p177"/>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3" name="Google Shape;303;p177"/>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4" name="Google Shape;304;p17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5" name="Google Shape;305;p177"/>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6" name="Google Shape;306;p177"/>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7" name="Google Shape;307;p177"/>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08" name="Google Shape;308;p177"/>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09" name="Google Shape;309;p177"/>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10" name="Google Shape;310;p177"/>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11" name="Google Shape;311;p177"/>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16" name="Shape 316"/>
        <p:cNvGrpSpPr/>
        <p:nvPr/>
      </p:nvGrpSpPr>
      <p:grpSpPr>
        <a:xfrm>
          <a:off x="0" y="0"/>
          <a:ext cx="0" cy="0"/>
          <a:chOff x="0" y="0"/>
          <a:chExt cx="0" cy="0"/>
        </a:xfrm>
      </p:grpSpPr>
      <p:grpSp>
        <p:nvGrpSpPr>
          <p:cNvPr id="317" name="Google Shape;317;p179"/>
          <p:cNvGrpSpPr/>
          <p:nvPr/>
        </p:nvGrpSpPr>
        <p:grpSpPr>
          <a:xfrm>
            <a:off x="0" y="0"/>
            <a:ext cx="9140825" cy="6851650"/>
            <a:chOff x="0" y="0"/>
            <a:chExt cx="5758" cy="4315"/>
          </a:xfrm>
        </p:grpSpPr>
        <p:sp>
          <p:nvSpPr>
            <p:cNvPr id="318" name="Google Shape;318;p179"/>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19" name="Google Shape;319;p179"/>
            <p:cNvGrpSpPr/>
            <p:nvPr/>
          </p:nvGrpSpPr>
          <p:grpSpPr>
            <a:xfrm>
              <a:off x="1728" y="1409"/>
              <a:ext cx="4027" cy="2906"/>
              <a:chOff x="1728" y="1409"/>
              <a:chExt cx="4027" cy="2906"/>
            </a:xfrm>
          </p:grpSpPr>
          <p:sp>
            <p:nvSpPr>
              <p:cNvPr id="320" name="Google Shape;320;p179"/>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1" name="Google Shape;321;p179"/>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2" name="Google Shape;322;p17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3" name="Google Shape;323;p179"/>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4" name="Google Shape;324;p179"/>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5" name="Google Shape;325;p179"/>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26" name="Google Shape;326;p179"/>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27" name="Google Shape;327;p179"/>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28" name="Google Shape;328;p179"/>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29" name="Google Shape;329;p179"/>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33" name="Shape 333"/>
        <p:cNvGrpSpPr/>
        <p:nvPr/>
      </p:nvGrpSpPr>
      <p:grpSpPr>
        <a:xfrm>
          <a:off x="0" y="0"/>
          <a:ext cx="0" cy="0"/>
          <a:chOff x="0" y="0"/>
          <a:chExt cx="0" cy="0"/>
        </a:xfrm>
      </p:grpSpPr>
      <p:grpSp>
        <p:nvGrpSpPr>
          <p:cNvPr id="334" name="Google Shape;334;p181"/>
          <p:cNvGrpSpPr/>
          <p:nvPr/>
        </p:nvGrpSpPr>
        <p:grpSpPr>
          <a:xfrm>
            <a:off x="0" y="0"/>
            <a:ext cx="9140825" cy="6851650"/>
            <a:chOff x="0" y="0"/>
            <a:chExt cx="5758" cy="4315"/>
          </a:xfrm>
        </p:grpSpPr>
        <p:sp>
          <p:nvSpPr>
            <p:cNvPr id="335" name="Google Shape;335;p181"/>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36" name="Google Shape;336;p181"/>
            <p:cNvGrpSpPr/>
            <p:nvPr/>
          </p:nvGrpSpPr>
          <p:grpSpPr>
            <a:xfrm>
              <a:off x="1728" y="1409"/>
              <a:ext cx="4027" cy="2906"/>
              <a:chOff x="1728" y="1409"/>
              <a:chExt cx="4027" cy="2906"/>
            </a:xfrm>
          </p:grpSpPr>
          <p:sp>
            <p:nvSpPr>
              <p:cNvPr id="337" name="Google Shape;337;p181"/>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38" name="Google Shape;338;p181"/>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39" name="Google Shape;339;p18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40" name="Google Shape;340;p181"/>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41" name="Google Shape;341;p181"/>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42" name="Google Shape;342;p181"/>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43" name="Google Shape;343;p181"/>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44" name="Google Shape;344;p181"/>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45" name="Google Shape;345;p181"/>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46" name="Google Shape;346;p181"/>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53" name="Shape 353"/>
        <p:cNvGrpSpPr/>
        <p:nvPr/>
      </p:nvGrpSpPr>
      <p:grpSpPr>
        <a:xfrm>
          <a:off x="0" y="0"/>
          <a:ext cx="0" cy="0"/>
          <a:chOff x="0" y="0"/>
          <a:chExt cx="0" cy="0"/>
        </a:xfrm>
      </p:grpSpPr>
      <p:grpSp>
        <p:nvGrpSpPr>
          <p:cNvPr id="354" name="Google Shape;354;p183"/>
          <p:cNvGrpSpPr/>
          <p:nvPr/>
        </p:nvGrpSpPr>
        <p:grpSpPr>
          <a:xfrm>
            <a:off x="0" y="0"/>
            <a:ext cx="9140825" cy="6851650"/>
            <a:chOff x="0" y="0"/>
            <a:chExt cx="5758" cy="4315"/>
          </a:xfrm>
        </p:grpSpPr>
        <p:sp>
          <p:nvSpPr>
            <p:cNvPr id="355" name="Google Shape;355;p183"/>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56" name="Google Shape;356;p183"/>
            <p:cNvGrpSpPr/>
            <p:nvPr/>
          </p:nvGrpSpPr>
          <p:grpSpPr>
            <a:xfrm>
              <a:off x="1728" y="1409"/>
              <a:ext cx="4027" cy="2906"/>
              <a:chOff x="1728" y="1409"/>
              <a:chExt cx="4027" cy="2906"/>
            </a:xfrm>
          </p:grpSpPr>
          <p:sp>
            <p:nvSpPr>
              <p:cNvPr id="357" name="Google Shape;357;p183"/>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58" name="Google Shape;358;p183"/>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59" name="Google Shape;359;p18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60" name="Google Shape;360;p183"/>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61" name="Google Shape;361;p183"/>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62" name="Google Shape;362;p183"/>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63" name="Google Shape;363;p183"/>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64" name="Google Shape;364;p183"/>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65" name="Google Shape;365;p183"/>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66" name="Google Shape;366;p183"/>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73" name="Shape 373"/>
        <p:cNvGrpSpPr/>
        <p:nvPr/>
      </p:nvGrpSpPr>
      <p:grpSpPr>
        <a:xfrm>
          <a:off x="0" y="0"/>
          <a:ext cx="0" cy="0"/>
          <a:chOff x="0" y="0"/>
          <a:chExt cx="0" cy="0"/>
        </a:xfrm>
      </p:grpSpPr>
      <p:grpSp>
        <p:nvGrpSpPr>
          <p:cNvPr id="374" name="Google Shape;374;p185"/>
          <p:cNvGrpSpPr/>
          <p:nvPr/>
        </p:nvGrpSpPr>
        <p:grpSpPr>
          <a:xfrm>
            <a:off x="0" y="0"/>
            <a:ext cx="9140825" cy="6851650"/>
            <a:chOff x="0" y="0"/>
            <a:chExt cx="5758" cy="4315"/>
          </a:xfrm>
        </p:grpSpPr>
        <p:sp>
          <p:nvSpPr>
            <p:cNvPr id="375" name="Google Shape;375;p185"/>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76" name="Google Shape;376;p185"/>
            <p:cNvGrpSpPr/>
            <p:nvPr/>
          </p:nvGrpSpPr>
          <p:grpSpPr>
            <a:xfrm>
              <a:off x="1728" y="1409"/>
              <a:ext cx="4027" cy="2906"/>
              <a:chOff x="1728" y="1409"/>
              <a:chExt cx="4027" cy="2906"/>
            </a:xfrm>
          </p:grpSpPr>
          <p:sp>
            <p:nvSpPr>
              <p:cNvPr id="377" name="Google Shape;377;p185"/>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78" name="Google Shape;378;p185"/>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79" name="Google Shape;379;p18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80" name="Google Shape;380;p185"/>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81" name="Google Shape;381;p185"/>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82" name="Google Shape;382;p185"/>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83" name="Google Shape;383;p185"/>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84" name="Google Shape;384;p185"/>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85" name="Google Shape;385;p185"/>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86" name="Google Shape;386;p185"/>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92" name="Shape 392"/>
        <p:cNvGrpSpPr/>
        <p:nvPr/>
      </p:nvGrpSpPr>
      <p:grpSpPr>
        <a:xfrm>
          <a:off x="0" y="0"/>
          <a:ext cx="0" cy="0"/>
          <a:chOff x="0" y="0"/>
          <a:chExt cx="0" cy="0"/>
        </a:xfrm>
      </p:grpSpPr>
      <p:grpSp>
        <p:nvGrpSpPr>
          <p:cNvPr id="393" name="Google Shape;393;p187"/>
          <p:cNvGrpSpPr/>
          <p:nvPr/>
        </p:nvGrpSpPr>
        <p:grpSpPr>
          <a:xfrm>
            <a:off x="0" y="0"/>
            <a:ext cx="9140825" cy="6851650"/>
            <a:chOff x="0" y="0"/>
            <a:chExt cx="5758" cy="4315"/>
          </a:xfrm>
        </p:grpSpPr>
        <p:sp>
          <p:nvSpPr>
            <p:cNvPr id="394" name="Google Shape;394;p187"/>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95" name="Google Shape;395;p187"/>
            <p:cNvGrpSpPr/>
            <p:nvPr/>
          </p:nvGrpSpPr>
          <p:grpSpPr>
            <a:xfrm>
              <a:off x="1728" y="1409"/>
              <a:ext cx="4027" cy="2906"/>
              <a:chOff x="1728" y="1409"/>
              <a:chExt cx="4027" cy="2906"/>
            </a:xfrm>
          </p:grpSpPr>
          <p:sp>
            <p:nvSpPr>
              <p:cNvPr id="396" name="Google Shape;396;p187"/>
              <p:cNvSpPr/>
              <p:nvPr/>
            </p:nvSpPr>
            <p:spPr>
              <a:xfrm>
                <a:off x="1728" y="2633"/>
                <a:ext cx="2883" cy="1682"/>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97" name="Google Shape;397;p187"/>
              <p:cNvSpPr/>
              <p:nvPr/>
            </p:nvSpPr>
            <p:spPr>
              <a:xfrm>
                <a:off x="4171" y="2660"/>
                <a:ext cx="1259" cy="822"/>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98" name="Google Shape;398;p18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99" name="Google Shape;399;p187"/>
              <p:cNvSpPr/>
              <p:nvPr/>
            </p:nvSpPr>
            <p:spPr>
              <a:xfrm>
                <a:off x="2748" y="2224"/>
                <a:ext cx="3007" cy="2091"/>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00" name="Google Shape;400;p187"/>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01" name="Google Shape;401;p187"/>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02" name="Google Shape;402;p187"/>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403" name="Google Shape;403;p187"/>
          <p:cNvSpPr txBox="1"/>
          <p:nvPr>
            <p:ph idx="1" type="body"/>
          </p:nvPr>
        </p:nvSpPr>
        <p:spPr>
          <a:xfrm>
            <a:off x="457200" y="1600200"/>
            <a:ext cx="8229600" cy="4498975"/>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404" name="Google Shape;404;p187"/>
          <p:cNvSpPr txBox="1"/>
          <p:nvPr>
            <p:ph idx="11" type="ftr"/>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05" name="Google Shape;405;p187"/>
          <p:cNvSpPr txBox="1"/>
          <p:nvPr>
            <p:ph idx="12" type="sldNum"/>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9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11" name="Shape 411"/>
        <p:cNvGrpSpPr/>
        <p:nvPr/>
      </p:nvGrpSpPr>
      <p:grpSpPr>
        <a:xfrm>
          <a:off x="0" y="0"/>
          <a:ext cx="0" cy="0"/>
          <a:chOff x="0" y="0"/>
          <a:chExt cx="0" cy="0"/>
        </a:xfrm>
      </p:grpSpPr>
      <p:grpSp>
        <p:nvGrpSpPr>
          <p:cNvPr id="412" name="Google Shape;412;p189"/>
          <p:cNvGrpSpPr/>
          <p:nvPr/>
        </p:nvGrpSpPr>
        <p:grpSpPr>
          <a:xfrm>
            <a:off x="0" y="0"/>
            <a:ext cx="9140825" cy="6850062"/>
            <a:chOff x="0" y="0"/>
            <a:chExt cx="5758" cy="4315"/>
          </a:xfrm>
        </p:grpSpPr>
        <p:sp>
          <p:nvSpPr>
            <p:cNvPr id="413" name="Google Shape;413;p189"/>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14" name="Google Shape;414;p189"/>
            <p:cNvGrpSpPr/>
            <p:nvPr/>
          </p:nvGrpSpPr>
          <p:grpSpPr>
            <a:xfrm>
              <a:off x="1728" y="1409"/>
              <a:ext cx="4027" cy="2906"/>
              <a:chOff x="1728" y="1409"/>
              <a:chExt cx="4027" cy="2906"/>
            </a:xfrm>
          </p:grpSpPr>
          <p:sp>
            <p:nvSpPr>
              <p:cNvPr id="415" name="Google Shape;415;p189"/>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6" name="Google Shape;416;p189"/>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7" name="Google Shape;417;p18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8" name="Google Shape;418;p189"/>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9" name="Google Shape;419;p189"/>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20" name="Google Shape;420;p189"/>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21" name="Google Shape;421;p18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22" name="Google Shape;422;p189"/>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23" name="Google Shape;423;p189"/>
          <p:cNvSpPr txBox="1"/>
          <p:nvPr>
            <p:ph idx="10" type="dt"/>
          </p:nvPr>
        </p:nvSpPr>
        <p:spPr>
          <a:xfrm>
            <a:off x="457200" y="6248400"/>
            <a:ext cx="213360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24" name="Google Shape;424;p189"/>
          <p:cNvSpPr txBox="1"/>
          <p:nvPr>
            <p:ph idx="11" type="ftr"/>
          </p:nvPr>
        </p:nvSpPr>
        <p:spPr>
          <a:xfrm>
            <a:off x="3124200" y="6251575"/>
            <a:ext cx="289560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25" name="Google Shape;425;p189"/>
          <p:cNvSpPr txBox="1"/>
          <p:nvPr>
            <p:ph idx="12" type="sldNum"/>
          </p:nvPr>
        </p:nvSpPr>
        <p:spPr>
          <a:xfrm>
            <a:off x="6553200" y="6254750"/>
            <a:ext cx="2133600"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9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32" name="Shape 432"/>
        <p:cNvGrpSpPr/>
        <p:nvPr/>
      </p:nvGrpSpPr>
      <p:grpSpPr>
        <a:xfrm>
          <a:off x="0" y="0"/>
          <a:ext cx="0" cy="0"/>
          <a:chOff x="0" y="0"/>
          <a:chExt cx="0" cy="0"/>
        </a:xfrm>
      </p:grpSpPr>
      <p:grpSp>
        <p:nvGrpSpPr>
          <p:cNvPr id="433" name="Google Shape;433;p191"/>
          <p:cNvGrpSpPr/>
          <p:nvPr/>
        </p:nvGrpSpPr>
        <p:grpSpPr>
          <a:xfrm>
            <a:off x="0" y="0"/>
            <a:ext cx="9140825" cy="6850062"/>
            <a:chOff x="0" y="0"/>
            <a:chExt cx="5758" cy="4315"/>
          </a:xfrm>
        </p:grpSpPr>
        <p:sp>
          <p:nvSpPr>
            <p:cNvPr id="434" name="Google Shape;434;p191"/>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35" name="Google Shape;435;p191"/>
            <p:cNvGrpSpPr/>
            <p:nvPr/>
          </p:nvGrpSpPr>
          <p:grpSpPr>
            <a:xfrm>
              <a:off x="1728" y="1409"/>
              <a:ext cx="4027" cy="2906"/>
              <a:chOff x="1728" y="1409"/>
              <a:chExt cx="4027" cy="2906"/>
            </a:xfrm>
          </p:grpSpPr>
          <p:sp>
            <p:nvSpPr>
              <p:cNvPr id="436" name="Google Shape;436;p191"/>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37" name="Google Shape;437;p191"/>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38" name="Google Shape;438;p19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39" name="Google Shape;439;p191"/>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40" name="Google Shape;440;p191"/>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41" name="Google Shape;441;p191"/>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42" name="Google Shape;442;p19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43" name="Google Shape;443;p191"/>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44" name="Google Shape;444;p191"/>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45" name="Google Shape;445;p191"/>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9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51" name="Shape 451"/>
        <p:cNvGrpSpPr/>
        <p:nvPr/>
      </p:nvGrpSpPr>
      <p:grpSpPr>
        <a:xfrm>
          <a:off x="0" y="0"/>
          <a:ext cx="0" cy="0"/>
          <a:chOff x="0" y="0"/>
          <a:chExt cx="0" cy="0"/>
        </a:xfrm>
      </p:grpSpPr>
      <p:grpSp>
        <p:nvGrpSpPr>
          <p:cNvPr id="452" name="Google Shape;452;p193"/>
          <p:cNvGrpSpPr/>
          <p:nvPr/>
        </p:nvGrpSpPr>
        <p:grpSpPr>
          <a:xfrm>
            <a:off x="0" y="0"/>
            <a:ext cx="9140825" cy="6850062"/>
            <a:chOff x="0" y="0"/>
            <a:chExt cx="5758" cy="4315"/>
          </a:xfrm>
        </p:grpSpPr>
        <p:sp>
          <p:nvSpPr>
            <p:cNvPr id="453" name="Google Shape;453;p193"/>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54" name="Google Shape;454;p193"/>
            <p:cNvGrpSpPr/>
            <p:nvPr/>
          </p:nvGrpSpPr>
          <p:grpSpPr>
            <a:xfrm>
              <a:off x="1728" y="1409"/>
              <a:ext cx="4027" cy="2906"/>
              <a:chOff x="1728" y="1409"/>
              <a:chExt cx="4027" cy="2906"/>
            </a:xfrm>
          </p:grpSpPr>
          <p:sp>
            <p:nvSpPr>
              <p:cNvPr id="455" name="Google Shape;455;p193"/>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6" name="Google Shape;456;p193"/>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7" name="Google Shape;457;p19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8" name="Google Shape;458;p193"/>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9" name="Google Shape;459;p193"/>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60" name="Google Shape;460;p193"/>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61" name="Google Shape;461;p1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62" name="Google Shape;462;p193"/>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63" name="Google Shape;463;p193"/>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64" name="Google Shape;464;p193"/>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9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71" name="Shape 471"/>
        <p:cNvGrpSpPr/>
        <p:nvPr/>
      </p:nvGrpSpPr>
      <p:grpSpPr>
        <a:xfrm>
          <a:off x="0" y="0"/>
          <a:ext cx="0" cy="0"/>
          <a:chOff x="0" y="0"/>
          <a:chExt cx="0" cy="0"/>
        </a:xfrm>
      </p:grpSpPr>
      <p:grpSp>
        <p:nvGrpSpPr>
          <p:cNvPr id="472" name="Google Shape;472;p195"/>
          <p:cNvGrpSpPr/>
          <p:nvPr/>
        </p:nvGrpSpPr>
        <p:grpSpPr>
          <a:xfrm>
            <a:off x="0" y="0"/>
            <a:ext cx="9140825" cy="6850062"/>
            <a:chOff x="0" y="0"/>
            <a:chExt cx="5758" cy="4315"/>
          </a:xfrm>
        </p:grpSpPr>
        <p:sp>
          <p:nvSpPr>
            <p:cNvPr id="473" name="Google Shape;473;p195"/>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74" name="Google Shape;474;p195"/>
            <p:cNvGrpSpPr/>
            <p:nvPr/>
          </p:nvGrpSpPr>
          <p:grpSpPr>
            <a:xfrm>
              <a:off x="1728" y="1409"/>
              <a:ext cx="4027" cy="2906"/>
              <a:chOff x="1728" y="1409"/>
              <a:chExt cx="4027" cy="2906"/>
            </a:xfrm>
          </p:grpSpPr>
          <p:sp>
            <p:nvSpPr>
              <p:cNvPr id="475" name="Google Shape;475;p195"/>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6" name="Google Shape;476;p195"/>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7" name="Google Shape;477;p19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8" name="Google Shape;478;p19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9" name="Google Shape;479;p19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80" name="Google Shape;480;p195"/>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81" name="Google Shape;481;p19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82" name="Google Shape;482;p195"/>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83" name="Google Shape;483;p195"/>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84" name="Google Shape;484;p195"/>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9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93" name="Shape 493"/>
        <p:cNvGrpSpPr/>
        <p:nvPr/>
      </p:nvGrpSpPr>
      <p:grpSpPr>
        <a:xfrm>
          <a:off x="0" y="0"/>
          <a:ext cx="0" cy="0"/>
          <a:chOff x="0" y="0"/>
          <a:chExt cx="0" cy="0"/>
        </a:xfrm>
      </p:grpSpPr>
      <p:grpSp>
        <p:nvGrpSpPr>
          <p:cNvPr id="494" name="Google Shape;494;p197"/>
          <p:cNvGrpSpPr/>
          <p:nvPr/>
        </p:nvGrpSpPr>
        <p:grpSpPr>
          <a:xfrm>
            <a:off x="0" y="0"/>
            <a:ext cx="9140825" cy="6850062"/>
            <a:chOff x="0" y="0"/>
            <a:chExt cx="5758" cy="4315"/>
          </a:xfrm>
        </p:grpSpPr>
        <p:sp>
          <p:nvSpPr>
            <p:cNvPr id="495" name="Google Shape;495;p197"/>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96" name="Google Shape;496;p197"/>
            <p:cNvGrpSpPr/>
            <p:nvPr/>
          </p:nvGrpSpPr>
          <p:grpSpPr>
            <a:xfrm>
              <a:off x="1728" y="1409"/>
              <a:ext cx="4027" cy="2906"/>
              <a:chOff x="1728" y="1409"/>
              <a:chExt cx="4027" cy="2906"/>
            </a:xfrm>
          </p:grpSpPr>
          <p:sp>
            <p:nvSpPr>
              <p:cNvPr id="497" name="Google Shape;497;p197"/>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98" name="Google Shape;498;p197"/>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99" name="Google Shape;499;p19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00" name="Google Shape;500;p197"/>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01" name="Google Shape;501;p197"/>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02" name="Google Shape;502;p197"/>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03" name="Google Shape;503;p19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04" name="Google Shape;504;p197"/>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05" name="Google Shape;505;p197"/>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06" name="Google Shape;506;p197"/>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70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11" name="Shape 511"/>
        <p:cNvGrpSpPr/>
        <p:nvPr/>
      </p:nvGrpSpPr>
      <p:grpSpPr>
        <a:xfrm>
          <a:off x="0" y="0"/>
          <a:ext cx="0" cy="0"/>
          <a:chOff x="0" y="0"/>
          <a:chExt cx="0" cy="0"/>
        </a:xfrm>
      </p:grpSpPr>
      <p:grpSp>
        <p:nvGrpSpPr>
          <p:cNvPr id="512" name="Google Shape;512;p199"/>
          <p:cNvGrpSpPr/>
          <p:nvPr/>
        </p:nvGrpSpPr>
        <p:grpSpPr>
          <a:xfrm>
            <a:off x="0" y="0"/>
            <a:ext cx="9140825" cy="6850062"/>
            <a:chOff x="0" y="0"/>
            <a:chExt cx="5758" cy="4315"/>
          </a:xfrm>
        </p:grpSpPr>
        <p:sp>
          <p:nvSpPr>
            <p:cNvPr id="513" name="Google Shape;513;p199"/>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14" name="Google Shape;514;p199"/>
            <p:cNvGrpSpPr/>
            <p:nvPr/>
          </p:nvGrpSpPr>
          <p:grpSpPr>
            <a:xfrm>
              <a:off x="1728" y="1409"/>
              <a:ext cx="4027" cy="2906"/>
              <a:chOff x="1728" y="1409"/>
              <a:chExt cx="4027" cy="2906"/>
            </a:xfrm>
          </p:grpSpPr>
          <p:sp>
            <p:nvSpPr>
              <p:cNvPr id="515" name="Google Shape;515;p199"/>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6" name="Google Shape;516;p199"/>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7" name="Google Shape;517;p19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8" name="Google Shape;518;p199"/>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9" name="Google Shape;519;p199"/>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20" name="Google Shape;520;p199"/>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21" name="Google Shape;521;p19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22" name="Google Shape;522;p199"/>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23" name="Google Shape;523;p199"/>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24" name="Google Shape;524;p199"/>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70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28" name="Shape 528"/>
        <p:cNvGrpSpPr/>
        <p:nvPr/>
      </p:nvGrpSpPr>
      <p:grpSpPr>
        <a:xfrm>
          <a:off x="0" y="0"/>
          <a:ext cx="0" cy="0"/>
          <a:chOff x="0" y="0"/>
          <a:chExt cx="0" cy="0"/>
        </a:xfrm>
      </p:grpSpPr>
      <p:grpSp>
        <p:nvGrpSpPr>
          <p:cNvPr id="529" name="Google Shape;529;p201"/>
          <p:cNvGrpSpPr/>
          <p:nvPr/>
        </p:nvGrpSpPr>
        <p:grpSpPr>
          <a:xfrm>
            <a:off x="0" y="0"/>
            <a:ext cx="9140825" cy="6850062"/>
            <a:chOff x="0" y="0"/>
            <a:chExt cx="5758" cy="4315"/>
          </a:xfrm>
        </p:grpSpPr>
        <p:sp>
          <p:nvSpPr>
            <p:cNvPr id="530" name="Google Shape;530;p201"/>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31" name="Google Shape;531;p201"/>
            <p:cNvGrpSpPr/>
            <p:nvPr/>
          </p:nvGrpSpPr>
          <p:grpSpPr>
            <a:xfrm>
              <a:off x="1728" y="1409"/>
              <a:ext cx="4027" cy="2906"/>
              <a:chOff x="1728" y="1409"/>
              <a:chExt cx="4027" cy="2906"/>
            </a:xfrm>
          </p:grpSpPr>
          <p:sp>
            <p:nvSpPr>
              <p:cNvPr id="532" name="Google Shape;532;p201"/>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3" name="Google Shape;533;p201"/>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4" name="Google Shape;534;p20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5" name="Google Shape;535;p201"/>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6" name="Google Shape;536;p201"/>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7" name="Google Shape;537;p201"/>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38" name="Google Shape;538;p20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39" name="Google Shape;539;p201"/>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40" name="Google Shape;540;p201"/>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41" name="Google Shape;541;p201"/>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70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48" name="Shape 548"/>
        <p:cNvGrpSpPr/>
        <p:nvPr/>
      </p:nvGrpSpPr>
      <p:grpSpPr>
        <a:xfrm>
          <a:off x="0" y="0"/>
          <a:ext cx="0" cy="0"/>
          <a:chOff x="0" y="0"/>
          <a:chExt cx="0" cy="0"/>
        </a:xfrm>
      </p:grpSpPr>
      <p:grpSp>
        <p:nvGrpSpPr>
          <p:cNvPr id="549" name="Google Shape;549;p203"/>
          <p:cNvGrpSpPr/>
          <p:nvPr/>
        </p:nvGrpSpPr>
        <p:grpSpPr>
          <a:xfrm>
            <a:off x="0" y="0"/>
            <a:ext cx="9140825" cy="6850062"/>
            <a:chOff x="0" y="0"/>
            <a:chExt cx="5758" cy="4315"/>
          </a:xfrm>
        </p:grpSpPr>
        <p:sp>
          <p:nvSpPr>
            <p:cNvPr id="550" name="Google Shape;550;p203"/>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51" name="Google Shape;551;p203"/>
            <p:cNvGrpSpPr/>
            <p:nvPr/>
          </p:nvGrpSpPr>
          <p:grpSpPr>
            <a:xfrm>
              <a:off x="1728" y="1409"/>
              <a:ext cx="4027" cy="2906"/>
              <a:chOff x="1728" y="1409"/>
              <a:chExt cx="4027" cy="2906"/>
            </a:xfrm>
          </p:grpSpPr>
          <p:sp>
            <p:nvSpPr>
              <p:cNvPr id="552" name="Google Shape;552;p203"/>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3" name="Google Shape;553;p203"/>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4" name="Google Shape;554;p20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5" name="Google Shape;555;p203"/>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6" name="Google Shape;556;p203"/>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7" name="Google Shape;557;p203"/>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58" name="Google Shape;558;p20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59" name="Google Shape;559;p203"/>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60" name="Google Shape;560;p203"/>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61" name="Google Shape;561;p203"/>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70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68" name="Shape 568"/>
        <p:cNvGrpSpPr/>
        <p:nvPr/>
      </p:nvGrpSpPr>
      <p:grpSpPr>
        <a:xfrm>
          <a:off x="0" y="0"/>
          <a:ext cx="0" cy="0"/>
          <a:chOff x="0" y="0"/>
          <a:chExt cx="0" cy="0"/>
        </a:xfrm>
      </p:grpSpPr>
      <p:grpSp>
        <p:nvGrpSpPr>
          <p:cNvPr id="569" name="Google Shape;569;p205"/>
          <p:cNvGrpSpPr/>
          <p:nvPr/>
        </p:nvGrpSpPr>
        <p:grpSpPr>
          <a:xfrm>
            <a:off x="0" y="0"/>
            <a:ext cx="9140825" cy="6850062"/>
            <a:chOff x="0" y="0"/>
            <a:chExt cx="5758" cy="4315"/>
          </a:xfrm>
        </p:grpSpPr>
        <p:sp>
          <p:nvSpPr>
            <p:cNvPr id="570" name="Google Shape;570;p205"/>
            <p:cNvSpPr/>
            <p:nvPr/>
          </p:nvSpPr>
          <p:spPr>
            <a:xfrm>
              <a:off x="0" y="0"/>
              <a:ext cx="5758" cy="1776"/>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71" name="Google Shape;571;p205"/>
            <p:cNvGrpSpPr/>
            <p:nvPr/>
          </p:nvGrpSpPr>
          <p:grpSpPr>
            <a:xfrm>
              <a:off x="1728" y="1409"/>
              <a:ext cx="4027" cy="2906"/>
              <a:chOff x="1728" y="1409"/>
              <a:chExt cx="4027" cy="2906"/>
            </a:xfrm>
          </p:grpSpPr>
          <p:sp>
            <p:nvSpPr>
              <p:cNvPr id="572" name="Google Shape;572;p205"/>
              <p:cNvSpPr/>
              <p:nvPr/>
            </p:nvSpPr>
            <p:spPr>
              <a:xfrm>
                <a:off x="1728" y="2645"/>
                <a:ext cx="2882" cy="1670"/>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3" name="Google Shape;573;p205"/>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4" name="Google Shape;574;p20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5" name="Google Shape;575;p20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6" name="Google Shape;576;p20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7" name="Google Shape;577;p205"/>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78" name="Google Shape;578;p20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79" name="Google Shape;579;p205"/>
          <p:cNvSpPr txBox="1"/>
          <p:nvPr>
            <p:ph idx="1" type="body"/>
          </p:nvPr>
        </p:nvSpPr>
        <p:spPr>
          <a:xfrm>
            <a:off x="457200" y="1600200"/>
            <a:ext cx="8229600" cy="4498975"/>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80" name="Google Shape;580;p205"/>
          <p:cNvSpPr txBox="1"/>
          <p:nvPr>
            <p:ph idx="11" type="ftr"/>
          </p:nvPr>
        </p:nvSpPr>
        <p:spPr>
          <a:xfrm>
            <a:off x="476250" y="6248400"/>
            <a:ext cx="7702550" cy="47625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81" name="Google Shape;581;p205"/>
          <p:cNvSpPr txBox="1"/>
          <p:nvPr>
            <p:ph idx="12" type="sldNum"/>
          </p:nvPr>
        </p:nvSpPr>
        <p:spPr>
          <a:xfrm>
            <a:off x="8239125" y="6248400"/>
            <a:ext cx="631825" cy="47625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70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3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3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1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hyperlink" Target="about:blank" TargetMode="External"/><Relationship Id="rId4" Type="http://schemas.openxmlformats.org/officeDocument/2006/relationships/image" Target="../media/image1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2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1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3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26.png"/><Relationship Id="rId4" Type="http://schemas.openxmlformats.org/officeDocument/2006/relationships/image" Target="../media/image3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2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22.png"/><Relationship Id="rId4" Type="http://schemas.openxmlformats.org/officeDocument/2006/relationships/image" Target="../media/image3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2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9.xml"/><Relationship Id="rId3" Type="http://schemas.openxmlformats.org/officeDocument/2006/relationships/image" Target="../media/image2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5.xml"/><Relationship Id="rId3" Type="http://schemas.openxmlformats.org/officeDocument/2006/relationships/image" Target="../media/image36.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38.png"/><Relationship Id="rId4" Type="http://schemas.openxmlformats.org/officeDocument/2006/relationships/image" Target="../media/image2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Chapter 1</a:t>
            </a:r>
            <a:endParaRPr/>
          </a:p>
        </p:txBody>
      </p:sp>
      <p:graphicFrame>
        <p:nvGraphicFramePr>
          <p:cNvPr id="592" name="Google Shape;592;p1"/>
          <p:cNvGraphicFramePr/>
          <p:nvPr/>
        </p:nvGraphicFramePr>
        <p:xfrm>
          <a:off x="533400" y="2133600"/>
          <a:ext cx="3000000" cy="3000000"/>
        </p:xfrm>
        <a:graphic>
          <a:graphicData uri="http://schemas.openxmlformats.org/drawingml/2006/table">
            <a:tbl>
              <a:tblPr>
                <a:noFill/>
                <a:tableStyleId>{694674E1-DBB4-4307-99C5-926775602499}</a:tableStyleId>
              </a:tblPr>
              <a:tblGrid>
                <a:gridCol w="1376350"/>
                <a:gridCol w="7081825"/>
              </a:tblGrid>
              <a:tr h="69215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1.1</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Software life cycle models: Waterfall, RAD, Spiral, Open-source, Agile process. </a:t>
                      </a:r>
                      <a:r>
                        <a:rPr b="1" i="0" lang="en-US" sz="1200" u="none" cap="none" strike="noStrike">
                          <a:solidFill>
                            <a:srgbClr val="000000"/>
                          </a:solidFill>
                          <a:latin typeface="Times New Roman"/>
                          <a:ea typeface="Times New Roman"/>
                          <a:cs typeface="Times New Roman"/>
                          <a:sym typeface="Times New Roman"/>
                        </a:rPr>
                        <a:t>Chapter 1</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69215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1.2</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Understanding software process, Process metric,CMM levels, </a:t>
                      </a:r>
                      <a:r>
                        <a:rPr b="1" i="0" lang="en-US" sz="1200" u="none" cap="none" strike="noStrike">
                          <a:solidFill>
                            <a:srgbClr val="000000"/>
                          </a:solidFill>
                          <a:latin typeface="Times New Roman"/>
                          <a:ea typeface="Times New Roman"/>
                          <a:cs typeface="Times New Roman"/>
                          <a:sym typeface="Times New Roman"/>
                        </a:rPr>
                        <a:t>Chapter 25</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59690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1.3</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Planning &amp; Estimation: Product metrics Estimation- LOC, FP, COCOMO models. </a:t>
                      </a:r>
                      <a:r>
                        <a:rPr b="1" i="0" lang="en-US" sz="1200" u="none" cap="none" strike="noStrike">
                          <a:solidFill>
                            <a:srgbClr val="000000"/>
                          </a:solidFill>
                          <a:latin typeface="Times New Roman"/>
                          <a:ea typeface="Times New Roman"/>
                          <a:cs typeface="Times New Roman"/>
                          <a:sym typeface="Times New Roman"/>
                        </a:rPr>
                        <a:t>Chapter 26</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116205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1.4</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Project Management activities : Planning, Scheduling and Tracking. </a:t>
                      </a:r>
                      <a:r>
                        <a:rPr b="1" i="0" lang="en-US" sz="1200" u="none" cap="none" strike="noStrike">
                          <a:solidFill>
                            <a:srgbClr val="000000"/>
                          </a:solidFill>
                          <a:latin typeface="Times New Roman"/>
                          <a:ea typeface="Times New Roman"/>
                          <a:cs typeface="Times New Roman"/>
                          <a:sym typeface="Times New Roman"/>
                        </a:rPr>
                        <a:t>Chapter 27</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bl>
          </a:graphicData>
        </a:graphic>
      </p:graphicFrame>
      <p:sp>
        <p:nvSpPr>
          <p:cNvPr id="593" name="Google Shape;593;p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Definition of Software Engineering</a:t>
            </a:r>
            <a:endParaRPr/>
          </a:p>
        </p:txBody>
      </p:sp>
      <p:sp>
        <p:nvSpPr>
          <p:cNvPr id="599" name="Google Shape;599;p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Software </a:t>
            </a:r>
            <a:r>
              <a:rPr b="0" i="0" lang="en-US" sz="2400" u="none" cap="none" strike="noStrike">
                <a:solidFill>
                  <a:schemeClr val="dk1"/>
                </a:solidFill>
                <a:latin typeface="Times New Roman"/>
                <a:ea typeface="Times New Roman"/>
                <a:cs typeface="Times New Roman"/>
                <a:sym typeface="Times New Roman"/>
              </a:rPr>
              <a:t>is more than just a program code. A program is an executable code, which serves some computational purpose. Software is considered to be collection of executable programming code, associated libraries and documentations. Software, when made for a specific requirement is called </a:t>
            </a:r>
            <a:r>
              <a:rPr b="1" i="0" lang="en-US" sz="2400" u="none" cap="none" strike="noStrike">
                <a:solidFill>
                  <a:schemeClr val="dk1"/>
                </a:solidFill>
                <a:latin typeface="Times New Roman"/>
                <a:ea typeface="Times New Roman"/>
                <a:cs typeface="Times New Roman"/>
                <a:sym typeface="Times New Roman"/>
              </a:rPr>
              <a:t>software product.</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Engineering</a:t>
            </a:r>
            <a:r>
              <a:rPr b="0" i="0" lang="en-US" sz="2400" u="none" cap="none" strike="noStrike">
                <a:solidFill>
                  <a:schemeClr val="dk1"/>
                </a:solidFill>
                <a:latin typeface="Times New Roman"/>
                <a:ea typeface="Times New Roman"/>
                <a:cs typeface="Times New Roman"/>
                <a:sym typeface="Times New Roman"/>
              </a:rPr>
              <a:t> on the other hand, is all about developing products, using well-defined, scientific principles and methods.</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600" name="Google Shape;600;p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pic>
        <p:nvPicPr>
          <p:cNvPr id="606" name="Google Shape;606;p3"/>
          <p:cNvPicPr preferRelativeResize="0"/>
          <p:nvPr/>
        </p:nvPicPr>
        <p:blipFill rotWithShape="1">
          <a:blip r:embed="rId3">
            <a:alphaModFix/>
          </a:blip>
          <a:srcRect b="0" l="0" r="0" t="0"/>
          <a:stretch/>
        </p:blipFill>
        <p:spPr>
          <a:xfrm>
            <a:off x="533400" y="381000"/>
            <a:ext cx="8229600" cy="5791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612" name="Google Shape;612;p4"/>
          <p:cNvSpPr txBox="1"/>
          <p:nvPr>
            <p:ph type="title"/>
          </p:nvPr>
        </p:nvSpPr>
        <p:spPr>
          <a:xfrm>
            <a:off x="6096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Software Engineering - Defined</a:t>
            </a:r>
            <a:endParaRPr/>
          </a:p>
        </p:txBody>
      </p:sp>
      <p:sp>
        <p:nvSpPr>
          <p:cNvPr id="613" name="Google Shape;613;p4"/>
          <p:cNvSpPr txBox="1"/>
          <p:nvPr>
            <p:ph idx="1" type="body"/>
          </p:nvPr>
        </p:nvSpPr>
        <p:spPr>
          <a:xfrm>
            <a:off x="457200" y="1981200"/>
            <a:ext cx="8153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 (1969) Software engineering is the establishment and use of sound engineering principles in order to obtain economically software that is </a:t>
            </a:r>
            <a:r>
              <a:rPr b="1" i="0" lang="en-US" sz="2000" u="none">
                <a:solidFill>
                  <a:schemeClr val="dk1"/>
                </a:solidFill>
                <a:latin typeface="Times New Roman"/>
                <a:ea typeface="Times New Roman"/>
                <a:cs typeface="Times New Roman"/>
                <a:sym typeface="Times New Roman"/>
              </a:rPr>
              <a:t>reliable and works efficiently on real machines</a:t>
            </a:r>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Software engineering</a:t>
            </a:r>
            <a:r>
              <a:rPr b="0" i="0" lang="en-US" sz="2000" u="none">
                <a:solidFill>
                  <a:schemeClr val="dk1"/>
                </a:solidFill>
                <a:latin typeface="Times New Roman"/>
                <a:ea typeface="Times New Roman"/>
                <a:cs typeface="Times New Roman"/>
                <a:sym typeface="Times New Roman"/>
              </a:rPr>
              <a:t> is an engineering branch associated with </a:t>
            </a:r>
            <a:r>
              <a:rPr b="1" i="0" lang="en-US" sz="2000" u="none">
                <a:solidFill>
                  <a:schemeClr val="dk1"/>
                </a:solidFill>
                <a:latin typeface="Times New Roman"/>
                <a:ea typeface="Times New Roman"/>
                <a:cs typeface="Times New Roman"/>
                <a:sym typeface="Times New Roman"/>
              </a:rPr>
              <a:t>development of software </a:t>
            </a:r>
            <a:r>
              <a:rPr b="0" i="0" lang="en-US" sz="2000" u="none">
                <a:solidFill>
                  <a:schemeClr val="dk1"/>
                </a:solidFill>
                <a:latin typeface="Times New Roman"/>
                <a:ea typeface="Times New Roman"/>
                <a:cs typeface="Times New Roman"/>
                <a:sym typeface="Times New Roman"/>
              </a:rPr>
              <a:t>product using well-defined scientific principles, methods and procedures. The outcome of software engineering is an </a:t>
            </a:r>
            <a:r>
              <a:rPr b="1" i="0" lang="en-US" sz="2000" u="none">
                <a:solidFill>
                  <a:schemeClr val="dk1"/>
                </a:solidFill>
                <a:latin typeface="Times New Roman"/>
                <a:ea typeface="Times New Roman"/>
                <a:cs typeface="Times New Roman"/>
                <a:sym typeface="Times New Roman"/>
              </a:rPr>
              <a:t>efficient and reliable software product.</a:t>
            </a:r>
            <a:endParaRPr/>
          </a:p>
          <a:p>
            <a:pPr indent="-342900" lvl="0" marL="342900" rtl="0" algn="l">
              <a:lnSpc>
                <a:spcPct val="100000"/>
              </a:lnSpc>
              <a:spcBef>
                <a:spcPts val="400"/>
              </a:spcBef>
              <a:spcAft>
                <a:spcPts val="0"/>
              </a:spcAft>
              <a:buClr>
                <a:schemeClr val="dk1"/>
              </a:buClr>
              <a:buSzPts val="2000"/>
              <a:buFont typeface="Times New Roman"/>
              <a:buNone/>
            </a:pPr>
            <a:r>
              <a:t/>
            </a:r>
            <a:endParaRPr b="1"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(IEEE) The application of a systematic, disciplined, quantifiable approach to the development, operation, and maintenance of software; that is, the application of engineering to software.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619" name="Google Shape;619;p5"/>
          <p:cNvSpPr txBox="1"/>
          <p:nvPr>
            <p:ph type="title"/>
          </p:nvPr>
        </p:nvSpPr>
        <p:spPr>
          <a:xfrm>
            <a:off x="8382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Software Engineering is a Layered Technology</a:t>
            </a:r>
            <a:endParaRPr/>
          </a:p>
        </p:txBody>
      </p:sp>
      <p:grpSp>
        <p:nvGrpSpPr>
          <p:cNvPr id="620" name="Google Shape;620;p5"/>
          <p:cNvGrpSpPr/>
          <p:nvPr/>
        </p:nvGrpSpPr>
        <p:grpSpPr>
          <a:xfrm>
            <a:off x="1676400" y="1981200"/>
            <a:ext cx="5562600" cy="4419600"/>
            <a:chOff x="1056" y="912"/>
            <a:chExt cx="3504" cy="2784"/>
          </a:xfrm>
        </p:grpSpPr>
        <p:sp>
          <p:nvSpPr>
            <p:cNvPr id="621" name="Google Shape;621;p5"/>
            <p:cNvSpPr/>
            <p:nvPr/>
          </p:nvSpPr>
          <p:spPr>
            <a:xfrm>
              <a:off x="1056" y="912"/>
              <a:ext cx="3504" cy="2784"/>
            </a:xfrm>
            <a:prstGeom prst="triangle">
              <a:avLst>
                <a:gd fmla="val 50000" name="adj"/>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22" name="Google Shape;622;p5"/>
            <p:cNvSpPr txBox="1"/>
            <p:nvPr/>
          </p:nvSpPr>
          <p:spPr>
            <a:xfrm>
              <a:off x="2112" y="1648"/>
              <a:ext cx="1391" cy="19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Tools</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Methods</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sng">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Processes</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sng">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Quality Focus</a:t>
              </a:r>
              <a:endParaRPr/>
            </a:p>
          </p:txBody>
        </p:sp>
        <p:cxnSp>
          <p:nvCxnSpPr>
            <p:cNvPr id="623" name="Google Shape;623;p5"/>
            <p:cNvCxnSpPr/>
            <p:nvPr/>
          </p:nvCxnSpPr>
          <p:spPr>
            <a:xfrm>
              <a:off x="2112" y="2064"/>
              <a:ext cx="1392" cy="0"/>
            </a:xfrm>
            <a:prstGeom prst="straightConnector1">
              <a:avLst/>
            </a:prstGeom>
            <a:noFill/>
            <a:ln cap="flat" cmpd="sng" w="9525">
              <a:solidFill>
                <a:schemeClr val="dk1"/>
              </a:solidFill>
              <a:prstDash val="solid"/>
              <a:miter lim="800000"/>
              <a:headEnd len="med" w="med" type="none"/>
              <a:tailEnd len="med" w="med" type="none"/>
            </a:ln>
          </p:spPr>
        </p:cxnSp>
        <p:cxnSp>
          <p:nvCxnSpPr>
            <p:cNvPr id="624" name="Google Shape;624;p5"/>
            <p:cNvCxnSpPr/>
            <p:nvPr/>
          </p:nvCxnSpPr>
          <p:spPr>
            <a:xfrm>
              <a:off x="1728" y="2640"/>
              <a:ext cx="2160" cy="0"/>
            </a:xfrm>
            <a:prstGeom prst="straightConnector1">
              <a:avLst/>
            </a:prstGeom>
            <a:noFill/>
            <a:ln cap="flat" cmpd="sng" w="9525">
              <a:solidFill>
                <a:schemeClr val="dk1"/>
              </a:solidFill>
              <a:prstDash val="solid"/>
              <a:miter lim="800000"/>
              <a:headEnd len="med" w="med" type="none"/>
              <a:tailEnd len="med" w="med" type="none"/>
            </a:ln>
          </p:spPr>
        </p:cxnSp>
        <p:cxnSp>
          <p:nvCxnSpPr>
            <p:cNvPr id="625" name="Google Shape;625;p5"/>
            <p:cNvCxnSpPr/>
            <p:nvPr/>
          </p:nvCxnSpPr>
          <p:spPr>
            <a:xfrm>
              <a:off x="1392" y="3168"/>
              <a:ext cx="2832" cy="0"/>
            </a:xfrm>
            <a:prstGeom prst="straightConnector1">
              <a:avLst/>
            </a:prstGeom>
            <a:noFill/>
            <a:ln cap="flat" cmpd="sng" w="9525">
              <a:solidFill>
                <a:schemeClr val="dk1"/>
              </a:solidFill>
              <a:prstDash val="solid"/>
              <a:miter lim="800000"/>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31" name="Google Shape;631;p6"/>
          <p:cNvSpPr txBox="1"/>
          <p:nvPr>
            <p:ph type="title"/>
          </p:nvPr>
        </p:nvSpPr>
        <p:spPr>
          <a:xfrm>
            <a:off x="8382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Process, Methods, and Tools</a:t>
            </a:r>
            <a:endParaRPr/>
          </a:p>
        </p:txBody>
      </p:sp>
      <p:sp>
        <p:nvSpPr>
          <p:cNvPr id="632" name="Google Shape;632;p6"/>
          <p:cNvSpPr txBox="1"/>
          <p:nvPr>
            <p:ph idx="1" type="body"/>
          </p:nvPr>
        </p:nvSpPr>
        <p:spPr>
          <a:xfrm>
            <a:off x="609600" y="1752600"/>
            <a:ext cx="7924800"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Process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Holds technology and time for development of software.</a:t>
            </a:r>
            <a:endParaRPr/>
          </a:p>
          <a:p>
            <a:pPr indent="-285750" lvl="1" marL="2857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Provides the </a:t>
            </a:r>
            <a:r>
              <a:rPr b="1" i="0" lang="en-US" sz="1800" u="none">
                <a:solidFill>
                  <a:schemeClr val="dk1"/>
                </a:solidFill>
                <a:latin typeface="Times New Roman"/>
                <a:ea typeface="Times New Roman"/>
                <a:cs typeface="Times New Roman"/>
                <a:sym typeface="Times New Roman"/>
              </a:rPr>
              <a:t>glue</a:t>
            </a:r>
            <a:r>
              <a:rPr b="0" i="0" lang="en-US" sz="1800" u="none">
                <a:solidFill>
                  <a:schemeClr val="dk1"/>
                </a:solidFill>
                <a:latin typeface="Times New Roman"/>
                <a:ea typeface="Times New Roman"/>
                <a:cs typeface="Times New Roman"/>
                <a:sym typeface="Times New Roman"/>
              </a:rPr>
              <a:t> that holds the layers together; enables rational and timely development; provides a framework for effective delivery of technology; forms the basis for management; provides the context for technical methods, work products, milestones, quality measures, and change management</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Quality</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Software Engineering rests </a:t>
            </a:r>
            <a:r>
              <a:rPr b="1" i="0" lang="en-US" sz="1800" u="none">
                <a:solidFill>
                  <a:schemeClr val="dk1"/>
                </a:solidFill>
                <a:latin typeface="Times New Roman"/>
                <a:ea typeface="Times New Roman"/>
                <a:cs typeface="Times New Roman"/>
                <a:sym typeface="Times New Roman"/>
              </a:rPr>
              <a:t>on solid quality foundation</a:t>
            </a:r>
            <a:r>
              <a:rPr b="0" i="0" lang="en-US" sz="1800" u="none">
                <a:solidFill>
                  <a:schemeClr val="dk1"/>
                </a:solidFill>
                <a:latin typeface="Times New Roman"/>
                <a:ea typeface="Times New Roman"/>
                <a:cs typeface="Times New Roman"/>
                <a:sym typeface="Times New Roman"/>
              </a:rPr>
              <a:t>.</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Quality assurance leads to more effective approach for software development.          </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Methods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Provide the </a:t>
            </a:r>
            <a:r>
              <a:rPr b="1" i="0" lang="en-US" sz="1800" u="none">
                <a:solidFill>
                  <a:schemeClr val="dk1"/>
                </a:solidFill>
                <a:latin typeface="Times New Roman"/>
                <a:ea typeface="Times New Roman"/>
                <a:cs typeface="Times New Roman"/>
                <a:sym typeface="Times New Roman"/>
              </a:rPr>
              <a:t>technical "how to</a:t>
            </a:r>
            <a:r>
              <a:rPr b="0" i="0" lang="en-US" sz="1800" u="none">
                <a:solidFill>
                  <a:schemeClr val="dk1"/>
                </a:solidFill>
                <a:latin typeface="Times New Roman"/>
                <a:ea typeface="Times New Roman"/>
                <a:cs typeface="Times New Roman"/>
                <a:sym typeface="Times New Roman"/>
              </a:rPr>
              <a:t>" for building software; rely on a set of basic principles; encompass a broad array of tasks; include modeling activities</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Tools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Provide </a:t>
            </a:r>
            <a:r>
              <a:rPr b="1" i="0" lang="en-US" sz="1800" u="none">
                <a:solidFill>
                  <a:schemeClr val="dk1"/>
                </a:solidFill>
                <a:latin typeface="Times New Roman"/>
                <a:ea typeface="Times New Roman"/>
                <a:cs typeface="Times New Roman"/>
                <a:sym typeface="Times New Roman"/>
              </a:rPr>
              <a:t>automated or semi-automated </a:t>
            </a:r>
            <a:r>
              <a:rPr b="0" i="0" lang="en-US" sz="1800" u="none">
                <a:solidFill>
                  <a:schemeClr val="dk1"/>
                </a:solidFill>
                <a:latin typeface="Times New Roman"/>
                <a:ea typeface="Times New Roman"/>
                <a:cs typeface="Times New Roman"/>
                <a:sym typeface="Times New Roman"/>
              </a:rPr>
              <a:t>support for the process and methods.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Tools can also be integrated so that they can also be used for other system software development.</a:t>
            </a:r>
            <a:endParaRPr/>
          </a:p>
          <a:p>
            <a:pPr indent="-228600" lvl="0" marL="342900" rtl="0" algn="l">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7"/>
          <p:cNvSpPr txBox="1"/>
          <p:nvPr/>
        </p:nvSpPr>
        <p:spPr>
          <a:xfrm>
            <a:off x="6553200" y="6248400"/>
            <a:ext cx="1905000" cy="298450"/>
          </a:xfrm>
          <a:prstGeom prst="rect">
            <a:avLst/>
          </a:prstGeom>
          <a:noFill/>
          <a:ln>
            <a:noFill/>
          </a:ln>
        </p:spPr>
        <p:txBody>
          <a:bodyPr anchorCtr="0" anchor="t" bIns="46800" lIns="90000" spcFirstLastPara="1" rIns="90000" wrap="square" tIns="46800">
            <a:spAutoFit/>
          </a:bodyPr>
          <a:lstStyle/>
          <a:p>
            <a:pPr indent="0" lvl="0" marL="0" marR="0" rtl="0" algn="r">
              <a:lnSpc>
                <a:spcPct val="95000"/>
              </a:lnSpc>
              <a:spcBef>
                <a:spcPts val="0"/>
              </a:spcBef>
              <a:spcAft>
                <a:spcPts val="0"/>
              </a:spcAft>
              <a:buClr>
                <a:schemeClr val="dk1"/>
              </a:buClr>
              <a:buSzPts val="1400"/>
              <a:buFont typeface="Times New Roman"/>
              <a:buNone/>
            </a:pPr>
            <a:fld id="{00000000-1234-1234-1234-123412341234}" type="slidenum">
              <a:rPr b="0" i="0" lang="en-US" sz="1400" u="sng">
                <a:solidFill>
                  <a:schemeClr val="dk1"/>
                </a:solidFill>
                <a:latin typeface="Times New Roman"/>
                <a:ea typeface="Times New Roman"/>
                <a:cs typeface="Times New Roman"/>
                <a:sym typeface="Times New Roman"/>
              </a:rPr>
              <a:t>‹#›</a:t>
            </a:fld>
            <a:endParaRPr/>
          </a:p>
        </p:txBody>
      </p:sp>
      <p:sp>
        <p:nvSpPr>
          <p:cNvPr id="638" name="Google Shape;638;p7"/>
          <p:cNvSpPr txBox="1"/>
          <p:nvPr>
            <p:ph type="title"/>
          </p:nvPr>
        </p:nvSpPr>
        <p:spPr>
          <a:xfrm>
            <a:off x="6096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3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Prescriptive Process Model</a:t>
            </a:r>
            <a:endParaRPr/>
          </a:p>
        </p:txBody>
      </p:sp>
      <p:sp>
        <p:nvSpPr>
          <p:cNvPr id="639" name="Google Shape;639;p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Prescriptive process models advocate an </a:t>
            </a:r>
            <a:r>
              <a:rPr b="1" i="0" lang="en-US" sz="2000" u="none">
                <a:solidFill>
                  <a:schemeClr val="dk1"/>
                </a:solidFill>
                <a:latin typeface="Times New Roman"/>
                <a:ea typeface="Times New Roman"/>
                <a:cs typeface="Times New Roman"/>
                <a:sym typeface="Times New Roman"/>
              </a:rPr>
              <a:t>orderly approach </a:t>
            </a:r>
            <a:r>
              <a:rPr b="0" i="0" lang="en-US" sz="2000" u="none">
                <a:solidFill>
                  <a:schemeClr val="dk1"/>
                </a:solidFill>
                <a:latin typeface="Times New Roman"/>
                <a:ea typeface="Times New Roman"/>
                <a:cs typeface="Times New Roman"/>
                <a:sym typeface="Times New Roman"/>
              </a:rPr>
              <a:t>to software engineering.</a:t>
            </a:r>
            <a:endParaRPr/>
          </a:p>
          <a:p>
            <a:pPr indent="-215900" lvl="0" marL="342900" rtl="0" algn="l">
              <a:lnSpc>
                <a:spcPct val="95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95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Defines a distinct </a:t>
            </a:r>
            <a:r>
              <a:rPr b="1" i="0" lang="en-US" sz="2000" u="none">
                <a:solidFill>
                  <a:schemeClr val="dk1"/>
                </a:solidFill>
                <a:latin typeface="Times New Roman"/>
                <a:ea typeface="Times New Roman"/>
                <a:cs typeface="Times New Roman"/>
                <a:sym typeface="Times New Roman"/>
              </a:rPr>
              <a:t>set of activities</a:t>
            </a:r>
            <a:r>
              <a:rPr b="0" i="0" lang="en-US" sz="2000" u="none">
                <a:solidFill>
                  <a:schemeClr val="dk1"/>
                </a:solidFill>
                <a:latin typeface="Times New Roman"/>
                <a:ea typeface="Times New Roman"/>
                <a:cs typeface="Times New Roman"/>
                <a:sym typeface="Times New Roman"/>
              </a:rPr>
              <a:t>, actions, tasks, milestones, and work products that are required to engineer high-quality software.</a:t>
            </a:r>
            <a:endParaRPr/>
          </a:p>
          <a:p>
            <a:pPr indent="-215900" lvl="0" marL="342900" rtl="0" algn="l">
              <a:lnSpc>
                <a:spcPct val="95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activities may be </a:t>
            </a:r>
            <a:r>
              <a:rPr b="1" i="0" lang="en-US" sz="2000" u="none">
                <a:solidFill>
                  <a:schemeClr val="dk1"/>
                </a:solidFill>
                <a:latin typeface="Times New Roman"/>
                <a:ea typeface="Times New Roman"/>
                <a:cs typeface="Times New Roman"/>
                <a:sym typeface="Times New Roman"/>
              </a:rPr>
              <a:t>linear, incremental, or evolutionary.</a:t>
            </a:r>
            <a:endParaRPr/>
          </a:p>
          <a:p>
            <a:pPr indent="-215900" lvl="0" marL="342900" rtl="0" algn="l">
              <a:lnSpc>
                <a:spcPct val="100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 models prescribe a </a:t>
            </a:r>
            <a:r>
              <a:rPr b="1" i="0" lang="en-US" sz="2000" u="none">
                <a:solidFill>
                  <a:schemeClr val="dk1"/>
                </a:solidFill>
                <a:latin typeface="Times New Roman"/>
                <a:ea typeface="Times New Roman"/>
                <a:cs typeface="Times New Roman"/>
                <a:sym typeface="Times New Roman"/>
              </a:rPr>
              <a:t>workflow</a:t>
            </a:r>
            <a:r>
              <a:rPr b="0" i="0" lang="en-US" sz="2000" u="none">
                <a:solidFill>
                  <a:schemeClr val="dk1"/>
                </a:solidFill>
                <a:latin typeface="Times New Roman"/>
                <a:ea typeface="Times New Roman"/>
                <a:cs typeface="Times New Roman"/>
                <a:sym typeface="Times New Roman"/>
              </a:rPr>
              <a:t> in which the software development process elements are interrelated to one another.</a:t>
            </a:r>
            <a:endParaRPr/>
          </a:p>
          <a:p>
            <a:pPr indent="-215900" lvl="0" marL="342900" rtl="0" algn="l">
              <a:lnSpc>
                <a:spcPct val="100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45" name="Google Shape;645;p8"/>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Generic Process Framework</a:t>
            </a:r>
            <a:endParaRPr/>
          </a:p>
        </p:txBody>
      </p:sp>
      <p:sp>
        <p:nvSpPr>
          <p:cNvPr id="646" name="Google Shape;646;p8"/>
          <p:cNvSpPr txBox="1"/>
          <p:nvPr>
            <p:ph idx="1" type="body"/>
          </p:nvPr>
        </p:nvSpPr>
        <p:spPr>
          <a:xfrm>
            <a:off x="228600" y="1676400"/>
            <a:ext cx="8610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Communication</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Involves communication among the customer and other stake holders; encompasses requirements gathering.</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All possible requirements of the system to be developed are captured in this phase and documented in a requirement specification doc.</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Planning</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Establishes a plan for software engineering work; addresses technical tasks, resources, work products, and work schedule</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Modeling (Analyze, Design)</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Encompasses the creation of models to better understand the requirements and the design.</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The requirement specifications are studied in this phase and system design is prepared. System Design helps in specifying hardware and system requirements and also helps in defining overall system architecture.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Generic Process Framework</a:t>
            </a:r>
            <a:endParaRPr/>
          </a:p>
        </p:txBody>
      </p:sp>
      <p:sp>
        <p:nvSpPr>
          <p:cNvPr id="652" name="Google Shape;652;p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Construction (Code, Test)</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Combines code generation and testing to uncover errors.</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With inputs from system design, the system is first developed in small programs called units and integrated. Each unit is developed and tested for its functionality which is referred to as Unit Testing.</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Post integration the entire system is tested for any faults and failures.</a:t>
            </a:r>
            <a:endParaRPr/>
          </a:p>
          <a:p>
            <a:pPr indent="-285750" lvl="1" marL="742950" marR="0" rtl="0" algn="l">
              <a:lnSpc>
                <a:spcPct val="90000"/>
              </a:lnSpc>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Deployment</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Involves delivery of software to the customer for evaluation and feedback</a:t>
            </a:r>
            <a:endParaRPr/>
          </a:p>
          <a:p>
            <a:pPr indent="-228600" lvl="0" marL="342900" marR="0" rtl="0" algn="l">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653" name="Google Shape;653;p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0"/>
          <p:cNvSpPr txBox="1"/>
          <p:nvPr/>
        </p:nvSpPr>
        <p:spPr>
          <a:xfrm>
            <a:off x="6553200" y="6248400"/>
            <a:ext cx="1905000" cy="298450"/>
          </a:xfrm>
          <a:prstGeom prst="rect">
            <a:avLst/>
          </a:prstGeom>
          <a:noFill/>
          <a:ln>
            <a:noFill/>
          </a:ln>
        </p:spPr>
        <p:txBody>
          <a:bodyPr anchorCtr="0" anchor="t" bIns="46800" lIns="90000" spcFirstLastPara="1" rIns="90000" wrap="square" tIns="46800">
            <a:spAutoFit/>
          </a:bodyPr>
          <a:lstStyle/>
          <a:p>
            <a:pPr indent="0" lvl="0" marL="0" marR="0" rtl="0" algn="r">
              <a:lnSpc>
                <a:spcPct val="95000"/>
              </a:lnSpc>
              <a:spcBef>
                <a:spcPts val="0"/>
              </a:spcBef>
              <a:spcAft>
                <a:spcPts val="0"/>
              </a:spcAft>
              <a:buClr>
                <a:schemeClr val="dk1"/>
              </a:buClr>
              <a:buSzPts val="1400"/>
              <a:buFont typeface="Times New Roman"/>
              <a:buNone/>
            </a:pPr>
            <a:fld id="{00000000-1234-1234-1234-123412341234}" type="slidenum">
              <a:rPr b="0" i="0" lang="en-US" sz="1400" u="sng">
                <a:solidFill>
                  <a:schemeClr val="dk1"/>
                </a:solidFill>
                <a:latin typeface="Times New Roman"/>
                <a:ea typeface="Times New Roman"/>
                <a:cs typeface="Times New Roman"/>
                <a:sym typeface="Times New Roman"/>
              </a:rPr>
              <a:t>‹#›</a:t>
            </a:fld>
            <a:endParaRPr/>
          </a:p>
        </p:txBody>
      </p:sp>
      <p:sp>
        <p:nvSpPr>
          <p:cNvPr id="659" name="Google Shape;659;p10"/>
          <p:cNvSpPr txBox="1"/>
          <p:nvPr>
            <p:ph type="title"/>
          </p:nvPr>
        </p:nvSpPr>
        <p:spPr>
          <a:xfrm>
            <a:off x="685800" y="42862"/>
            <a:ext cx="7772400" cy="1362075"/>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Waterfall Model</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(Description)</a:t>
            </a:r>
            <a:endParaRPr/>
          </a:p>
        </p:txBody>
      </p:sp>
      <p:sp>
        <p:nvSpPr>
          <p:cNvPr id="660" name="Google Shape;660;p10"/>
          <p:cNvSpPr txBox="1"/>
          <p:nvPr>
            <p:ph idx="1" type="body"/>
          </p:nvPr>
        </p:nvSpPr>
        <p:spPr>
          <a:xfrm>
            <a:off x="457200" y="1981200"/>
            <a:ext cx="83820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Oldest software lifecycle model and best understood by upper management.</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Used when requirements are well understood and risk is low.</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Work flow is in a linear (i.e., sequential) fashion.</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Used often with well-defined adaptations or enhancements to current software.</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Requirements are very well documented, clear and fixed.</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 Product definition is stable. </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Technology is understood and is not dynamic.</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There are no ambiguous requirements.</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project is short.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
          <p:cNvSpPr txBox="1"/>
          <p:nvPr/>
        </p:nvSpPr>
        <p:spPr>
          <a:xfrm>
            <a:off x="6553200" y="6248400"/>
            <a:ext cx="1905000" cy="298450"/>
          </a:xfrm>
          <a:prstGeom prst="rect">
            <a:avLst/>
          </a:prstGeom>
          <a:noFill/>
          <a:ln>
            <a:noFill/>
          </a:ln>
        </p:spPr>
        <p:txBody>
          <a:bodyPr anchorCtr="0" anchor="t" bIns="46800" lIns="90000" spcFirstLastPara="1" rIns="90000" wrap="square" tIns="46800">
            <a:spAutoFit/>
          </a:bodyPr>
          <a:lstStyle/>
          <a:p>
            <a:pPr indent="0" lvl="0" marL="0" marR="0" rtl="0" algn="r">
              <a:lnSpc>
                <a:spcPct val="95000"/>
              </a:lnSpc>
              <a:spcBef>
                <a:spcPts val="0"/>
              </a:spcBef>
              <a:spcAft>
                <a:spcPts val="0"/>
              </a:spcAft>
              <a:buClr>
                <a:schemeClr val="dk1"/>
              </a:buClr>
              <a:buSzPts val="1400"/>
              <a:buFont typeface="Times New Roman"/>
              <a:buNone/>
            </a:pPr>
            <a:fld id="{00000000-1234-1234-1234-123412341234}" type="slidenum">
              <a:rPr b="0" i="0" lang="en-US" sz="1400" u="sng">
                <a:solidFill>
                  <a:schemeClr val="dk1"/>
                </a:solidFill>
                <a:latin typeface="Times New Roman"/>
                <a:ea typeface="Times New Roman"/>
                <a:cs typeface="Times New Roman"/>
                <a:sym typeface="Times New Roman"/>
              </a:rPr>
              <a:t>‹#›</a:t>
            </a:fld>
            <a:endParaRPr/>
          </a:p>
        </p:txBody>
      </p:sp>
      <p:sp>
        <p:nvSpPr>
          <p:cNvPr id="666" name="Google Shape;666;p11"/>
          <p:cNvSpPr txBox="1"/>
          <p:nvPr>
            <p:ph type="title"/>
          </p:nvPr>
        </p:nvSpPr>
        <p:spPr>
          <a:xfrm>
            <a:off x="685800" y="42862"/>
            <a:ext cx="7772400" cy="1362075"/>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Waterfall Model</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(Diagram)</a:t>
            </a:r>
            <a:endParaRPr/>
          </a:p>
        </p:txBody>
      </p:sp>
      <p:grpSp>
        <p:nvGrpSpPr>
          <p:cNvPr id="667" name="Google Shape;667;p11"/>
          <p:cNvGrpSpPr/>
          <p:nvPr/>
        </p:nvGrpSpPr>
        <p:grpSpPr>
          <a:xfrm>
            <a:off x="152400" y="1752600"/>
            <a:ext cx="2362199" cy="1068655"/>
            <a:chOff x="96" y="1104"/>
            <a:chExt cx="1488" cy="576"/>
          </a:xfrm>
        </p:grpSpPr>
        <p:sp>
          <p:nvSpPr>
            <p:cNvPr id="668" name="Google Shape;668;p11"/>
            <p:cNvSpPr/>
            <p:nvPr/>
          </p:nvSpPr>
          <p:spPr>
            <a:xfrm>
              <a:off x="96" y="1104"/>
              <a:ext cx="1488" cy="576"/>
            </a:xfrm>
            <a:prstGeom prst="roundRect">
              <a:avLst>
                <a:gd fmla="val 37" name="adj"/>
              </a:avLst>
            </a:prstGeom>
            <a:solidFill>
              <a:srgbClr val="FF99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69" name="Google Shape;669;p11"/>
            <p:cNvSpPr/>
            <p:nvPr/>
          </p:nvSpPr>
          <p:spPr>
            <a:xfrm>
              <a:off x="96" y="1104"/>
              <a:ext cx="1488" cy="576"/>
            </a:xfrm>
            <a:prstGeom prst="roundRect">
              <a:avLst>
                <a:gd fmla="val 37" name="adj"/>
              </a:avLst>
            </a:prstGeom>
            <a:noFill/>
            <a:ln>
              <a:noFill/>
            </a:ln>
          </p:spPr>
          <p:txBody>
            <a:bodyPr anchorCtr="1"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Communication</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Project initiation</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Requirements gathering</a:t>
              </a:r>
              <a:endParaRPr/>
            </a:p>
          </p:txBody>
        </p:sp>
      </p:grpSp>
      <p:grpSp>
        <p:nvGrpSpPr>
          <p:cNvPr id="670" name="Google Shape;670;p11"/>
          <p:cNvGrpSpPr/>
          <p:nvPr/>
        </p:nvGrpSpPr>
        <p:grpSpPr>
          <a:xfrm>
            <a:off x="2057400" y="2971800"/>
            <a:ext cx="1523999" cy="1142999"/>
            <a:chOff x="1296" y="1872"/>
            <a:chExt cx="960" cy="720"/>
          </a:xfrm>
        </p:grpSpPr>
        <p:sp>
          <p:nvSpPr>
            <p:cNvPr id="671" name="Google Shape;671;p11"/>
            <p:cNvSpPr/>
            <p:nvPr/>
          </p:nvSpPr>
          <p:spPr>
            <a:xfrm>
              <a:off x="1296" y="1872"/>
              <a:ext cx="960" cy="720"/>
            </a:xfrm>
            <a:prstGeom prst="roundRect">
              <a:avLst>
                <a:gd fmla="val 30" name="adj"/>
              </a:avLst>
            </a:prstGeom>
            <a:solidFill>
              <a:srgbClr val="FF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72" name="Google Shape;672;p11"/>
            <p:cNvSpPr/>
            <p:nvPr/>
          </p:nvSpPr>
          <p:spPr>
            <a:xfrm>
              <a:off x="1296" y="1872"/>
              <a:ext cx="960" cy="720"/>
            </a:xfrm>
            <a:prstGeom prst="roundRect">
              <a:avLst>
                <a:gd fmla="val 30"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Planning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Estimating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Scheduling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Tracking</a:t>
              </a:r>
              <a:endParaRPr/>
            </a:p>
          </p:txBody>
        </p:sp>
      </p:grpSp>
      <p:grpSp>
        <p:nvGrpSpPr>
          <p:cNvPr id="673" name="Google Shape;673;p11"/>
          <p:cNvGrpSpPr/>
          <p:nvPr/>
        </p:nvGrpSpPr>
        <p:grpSpPr>
          <a:xfrm>
            <a:off x="3810000" y="3733800"/>
            <a:ext cx="1447799" cy="914399"/>
            <a:chOff x="2400" y="2352"/>
            <a:chExt cx="912" cy="576"/>
          </a:xfrm>
        </p:grpSpPr>
        <p:sp>
          <p:nvSpPr>
            <p:cNvPr id="674" name="Google Shape;674;p11"/>
            <p:cNvSpPr/>
            <p:nvPr/>
          </p:nvSpPr>
          <p:spPr>
            <a:xfrm>
              <a:off x="2400" y="2352"/>
              <a:ext cx="912" cy="576"/>
            </a:xfrm>
            <a:prstGeom prst="roundRect">
              <a:avLst>
                <a:gd fmla="val 37" name="adj"/>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75" name="Google Shape;675;p11"/>
            <p:cNvSpPr/>
            <p:nvPr/>
          </p:nvSpPr>
          <p:spPr>
            <a:xfrm>
              <a:off x="2400" y="2352"/>
              <a:ext cx="912" cy="576"/>
            </a:xfrm>
            <a:prstGeom prst="roundRect">
              <a:avLst>
                <a:gd fmla="val 37"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Modeling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Analysis</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Design</a:t>
              </a:r>
              <a:endParaRPr/>
            </a:p>
          </p:txBody>
        </p:sp>
      </p:grpSp>
      <p:grpSp>
        <p:nvGrpSpPr>
          <p:cNvPr id="676" name="Google Shape;676;p11"/>
          <p:cNvGrpSpPr/>
          <p:nvPr/>
        </p:nvGrpSpPr>
        <p:grpSpPr>
          <a:xfrm>
            <a:off x="5486400" y="4343400"/>
            <a:ext cx="1523999" cy="914399"/>
            <a:chOff x="3456" y="2736"/>
            <a:chExt cx="960" cy="576"/>
          </a:xfrm>
        </p:grpSpPr>
        <p:sp>
          <p:nvSpPr>
            <p:cNvPr id="677" name="Google Shape;677;p11"/>
            <p:cNvSpPr/>
            <p:nvPr/>
          </p:nvSpPr>
          <p:spPr>
            <a:xfrm>
              <a:off x="3456" y="2736"/>
              <a:ext cx="960" cy="576"/>
            </a:xfrm>
            <a:prstGeom prst="roundRect">
              <a:avLst>
                <a:gd fmla="val 37" name="adj"/>
              </a:avLst>
            </a:prstGeom>
            <a:solidFill>
              <a:srgbClr val="CCFF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78" name="Google Shape;678;p11"/>
            <p:cNvSpPr/>
            <p:nvPr/>
          </p:nvSpPr>
          <p:spPr>
            <a:xfrm>
              <a:off x="3456" y="2736"/>
              <a:ext cx="960" cy="576"/>
            </a:xfrm>
            <a:prstGeom prst="roundRect">
              <a:avLst>
                <a:gd fmla="val 37"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Construction</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Code</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Test</a:t>
              </a:r>
              <a:endParaRPr/>
            </a:p>
          </p:txBody>
        </p:sp>
      </p:grpSp>
      <p:grpSp>
        <p:nvGrpSpPr>
          <p:cNvPr id="679" name="Google Shape;679;p11"/>
          <p:cNvGrpSpPr/>
          <p:nvPr/>
        </p:nvGrpSpPr>
        <p:grpSpPr>
          <a:xfrm>
            <a:off x="7391400" y="4953000"/>
            <a:ext cx="1600199" cy="1219199"/>
            <a:chOff x="4656" y="3120"/>
            <a:chExt cx="1008" cy="768"/>
          </a:xfrm>
        </p:grpSpPr>
        <p:sp>
          <p:nvSpPr>
            <p:cNvPr id="680" name="Google Shape;680;p11"/>
            <p:cNvSpPr/>
            <p:nvPr/>
          </p:nvSpPr>
          <p:spPr>
            <a:xfrm>
              <a:off x="4656" y="3120"/>
              <a:ext cx="1008" cy="768"/>
            </a:xfrm>
            <a:prstGeom prst="roundRect">
              <a:avLst>
                <a:gd fmla="val 28" name="adj"/>
              </a:avLst>
            </a:prstGeom>
            <a:solidFill>
              <a:srgbClr val="CC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81" name="Google Shape;681;p11"/>
            <p:cNvSpPr/>
            <p:nvPr/>
          </p:nvSpPr>
          <p:spPr>
            <a:xfrm>
              <a:off x="4656" y="3120"/>
              <a:ext cx="1008" cy="768"/>
            </a:xfrm>
            <a:prstGeom prst="roundRect">
              <a:avLst>
                <a:gd fmla="val 28"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Deployment</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Delivery</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Support</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Feedback</a:t>
              </a:r>
              <a:endParaRPr/>
            </a:p>
          </p:txBody>
        </p:sp>
      </p:grpSp>
      <p:cxnSp>
        <p:nvCxnSpPr>
          <p:cNvPr id="682" name="Google Shape;682;p11"/>
          <p:cNvCxnSpPr/>
          <p:nvPr/>
        </p:nvCxnSpPr>
        <p:spPr>
          <a:xfrm>
            <a:off x="2514600" y="2209800"/>
            <a:ext cx="457200" cy="1587"/>
          </a:xfrm>
          <a:prstGeom prst="straightConnector1">
            <a:avLst/>
          </a:prstGeom>
          <a:noFill/>
          <a:ln cap="flat" cmpd="sng" w="9525">
            <a:solidFill>
              <a:srgbClr val="000000"/>
            </a:solidFill>
            <a:prstDash val="solid"/>
            <a:miter lim="800000"/>
            <a:headEnd len="med" w="med" type="none"/>
            <a:tailEnd len="med" w="med" type="none"/>
          </a:ln>
        </p:spPr>
      </p:cxnSp>
      <p:cxnSp>
        <p:nvCxnSpPr>
          <p:cNvPr id="683" name="Google Shape;683;p11"/>
          <p:cNvCxnSpPr/>
          <p:nvPr/>
        </p:nvCxnSpPr>
        <p:spPr>
          <a:xfrm>
            <a:off x="2971800" y="2209800"/>
            <a:ext cx="1587" cy="762000"/>
          </a:xfrm>
          <a:prstGeom prst="straightConnector1">
            <a:avLst/>
          </a:prstGeom>
          <a:noFill/>
          <a:ln cap="flat" cmpd="sng" w="9525">
            <a:solidFill>
              <a:srgbClr val="000000"/>
            </a:solidFill>
            <a:prstDash val="solid"/>
            <a:miter lim="800000"/>
            <a:headEnd len="med" w="med" type="none"/>
            <a:tailEnd len="med" w="med" type="triangle"/>
          </a:ln>
        </p:spPr>
      </p:cxnSp>
      <p:cxnSp>
        <p:nvCxnSpPr>
          <p:cNvPr id="684" name="Google Shape;684;p11"/>
          <p:cNvCxnSpPr/>
          <p:nvPr/>
        </p:nvCxnSpPr>
        <p:spPr>
          <a:xfrm>
            <a:off x="3581400" y="3200400"/>
            <a:ext cx="914400" cy="1587"/>
          </a:xfrm>
          <a:prstGeom prst="straightConnector1">
            <a:avLst/>
          </a:prstGeom>
          <a:noFill/>
          <a:ln cap="flat" cmpd="sng" w="9525">
            <a:solidFill>
              <a:srgbClr val="000000"/>
            </a:solidFill>
            <a:prstDash val="solid"/>
            <a:miter lim="800000"/>
            <a:headEnd len="med" w="med" type="none"/>
            <a:tailEnd len="med" w="med" type="none"/>
          </a:ln>
        </p:spPr>
      </p:cxnSp>
      <p:cxnSp>
        <p:nvCxnSpPr>
          <p:cNvPr id="685" name="Google Shape;685;p11"/>
          <p:cNvCxnSpPr/>
          <p:nvPr/>
        </p:nvCxnSpPr>
        <p:spPr>
          <a:xfrm>
            <a:off x="4495800" y="3200400"/>
            <a:ext cx="1587" cy="533400"/>
          </a:xfrm>
          <a:prstGeom prst="straightConnector1">
            <a:avLst/>
          </a:prstGeom>
          <a:noFill/>
          <a:ln cap="flat" cmpd="sng" w="9525">
            <a:solidFill>
              <a:srgbClr val="000000"/>
            </a:solidFill>
            <a:prstDash val="solid"/>
            <a:miter lim="800000"/>
            <a:headEnd len="med" w="med" type="none"/>
            <a:tailEnd len="med" w="med" type="triangle"/>
          </a:ln>
        </p:spPr>
      </p:cxnSp>
      <p:cxnSp>
        <p:nvCxnSpPr>
          <p:cNvPr id="686" name="Google Shape;686;p11"/>
          <p:cNvCxnSpPr/>
          <p:nvPr/>
        </p:nvCxnSpPr>
        <p:spPr>
          <a:xfrm>
            <a:off x="5257800" y="3962400"/>
            <a:ext cx="914400" cy="1587"/>
          </a:xfrm>
          <a:prstGeom prst="straightConnector1">
            <a:avLst/>
          </a:prstGeom>
          <a:noFill/>
          <a:ln cap="flat" cmpd="sng" w="9525">
            <a:solidFill>
              <a:srgbClr val="000000"/>
            </a:solidFill>
            <a:prstDash val="solid"/>
            <a:miter lim="800000"/>
            <a:headEnd len="med" w="med" type="none"/>
            <a:tailEnd len="med" w="med" type="none"/>
          </a:ln>
        </p:spPr>
      </p:cxnSp>
      <p:cxnSp>
        <p:nvCxnSpPr>
          <p:cNvPr id="687" name="Google Shape;687;p11"/>
          <p:cNvCxnSpPr/>
          <p:nvPr/>
        </p:nvCxnSpPr>
        <p:spPr>
          <a:xfrm>
            <a:off x="6172200" y="3962400"/>
            <a:ext cx="1587" cy="381000"/>
          </a:xfrm>
          <a:prstGeom prst="straightConnector1">
            <a:avLst/>
          </a:prstGeom>
          <a:noFill/>
          <a:ln cap="flat" cmpd="sng" w="9525">
            <a:solidFill>
              <a:srgbClr val="000000"/>
            </a:solidFill>
            <a:prstDash val="solid"/>
            <a:miter lim="800000"/>
            <a:headEnd len="med" w="med" type="none"/>
            <a:tailEnd len="med" w="med" type="triangle"/>
          </a:ln>
        </p:spPr>
      </p:cxnSp>
      <p:cxnSp>
        <p:nvCxnSpPr>
          <p:cNvPr id="688" name="Google Shape;688;p11"/>
          <p:cNvCxnSpPr/>
          <p:nvPr/>
        </p:nvCxnSpPr>
        <p:spPr>
          <a:xfrm>
            <a:off x="7010400" y="4572000"/>
            <a:ext cx="1143000" cy="1587"/>
          </a:xfrm>
          <a:prstGeom prst="straightConnector1">
            <a:avLst/>
          </a:prstGeom>
          <a:noFill/>
          <a:ln cap="flat" cmpd="sng" w="9525">
            <a:solidFill>
              <a:srgbClr val="000000"/>
            </a:solidFill>
            <a:prstDash val="solid"/>
            <a:miter lim="800000"/>
            <a:headEnd len="med" w="med" type="none"/>
            <a:tailEnd len="med" w="med" type="none"/>
          </a:ln>
        </p:spPr>
      </p:cxnSp>
      <p:cxnSp>
        <p:nvCxnSpPr>
          <p:cNvPr id="689" name="Google Shape;689;p11"/>
          <p:cNvCxnSpPr/>
          <p:nvPr/>
        </p:nvCxnSpPr>
        <p:spPr>
          <a:xfrm>
            <a:off x="8153400" y="4572000"/>
            <a:ext cx="1587" cy="381000"/>
          </a:xfrm>
          <a:prstGeom prst="straightConnector1">
            <a:avLst/>
          </a:prstGeom>
          <a:noFill/>
          <a:ln cap="flat" cmpd="sng" w="9525">
            <a:solidFill>
              <a:srgbClr val="000000"/>
            </a:solidFill>
            <a:prstDash val="solid"/>
            <a:miter lim="800000"/>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 </a:t>
            </a:r>
            <a:endParaRPr/>
          </a:p>
        </p:txBody>
      </p:sp>
      <p:sp>
        <p:nvSpPr>
          <p:cNvPr id="695" name="Google Shape;695;p1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Simple and easy to understand and use.</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Easy to manage due to the rigidity of the model – each phase has specific deliverables and a review process.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Phases are processed and completed one at a time.</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Works well for smaller projects where requirements are very well understood.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Clearly defined stages.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Process and results are well documented. </a:t>
            </a:r>
            <a:endParaRPr/>
          </a:p>
        </p:txBody>
      </p:sp>
      <p:sp>
        <p:nvSpPr>
          <p:cNvPr id="696" name="Google Shape;696;p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1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702" name="Google Shape;702;p13"/>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No working software is produced until late during the life cycle. </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Doesn't support iteration, so changes can cause confusion.</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Difficult for customers to state all requirements explicitly and up front</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Requires customer patience because a working version of the program doesn't occur until the final phase.</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High amounts of risk and uncertainty.</a:t>
            </a:r>
            <a:endParaRPr/>
          </a:p>
          <a:p>
            <a:pPr indent="-165100" lvl="0" marL="342900" marR="0" rtl="0" algn="l">
              <a:lnSpc>
                <a:spcPct val="90000"/>
              </a:lnSpc>
              <a:spcBef>
                <a:spcPts val="70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lnSpc>
                <a:spcPct val="90000"/>
              </a:lnSpc>
              <a:spcBef>
                <a:spcPts val="70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703" name="Google Shape;703;p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4"/>
          <p:cNvSpPr txBox="1"/>
          <p:nvPr>
            <p:ph type="title"/>
          </p:nvPr>
        </p:nvSpPr>
        <p:spPr>
          <a:xfrm>
            <a:off x="7620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RAD Rapid Application Development</a:t>
            </a:r>
            <a:endParaRPr/>
          </a:p>
        </p:txBody>
      </p:sp>
      <p:sp>
        <p:nvSpPr>
          <p:cNvPr id="709" name="Google Shape;709;p14"/>
          <p:cNvSpPr txBox="1"/>
          <p:nvPr>
            <p:ph idx="1" type="body"/>
          </p:nvPr>
        </p:nvSpPr>
        <p:spPr>
          <a:xfrm>
            <a:off x="685800" y="1676400"/>
            <a:ext cx="77724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RAD refers to a development life cycle designed to give much faster development and higher quality systems than the traditional life cycle.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RAD model the functional modules are developed in parallel as prototypes and are integrated to make the complete product for faster product delivery.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RAD projects follow iterative and incremental model and have small teams comprising of developers, domain experts, customer representatives and other IT resources working progressively on their component or prototype.</a:t>
            </a:r>
            <a:endParaRPr/>
          </a:p>
        </p:txBody>
      </p:sp>
      <p:sp>
        <p:nvSpPr>
          <p:cNvPr id="710" name="Google Shape;710;p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RAD Rapid Application Development</a:t>
            </a:r>
            <a:endParaRPr/>
          </a:p>
        </p:txBody>
      </p:sp>
      <p:sp>
        <p:nvSpPr>
          <p:cNvPr id="716" name="Google Shape;716;p15"/>
          <p:cNvSpPr txBox="1"/>
          <p:nvPr>
            <p:ph idx="1" type="body"/>
          </p:nvPr>
        </p:nvSpPr>
        <p:spPr>
          <a:xfrm>
            <a:off x="685800" y="1981200"/>
            <a:ext cx="7772400" cy="4343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Since there is no detailed preplanning, it makes it easier to incorporate the changes within the development process. </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Small working teams.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most important aspect for this model to be successful is to make sure that the prototypes developed are reusable. </a:t>
            </a:r>
            <a:endParaRPr/>
          </a:p>
        </p:txBody>
      </p:sp>
      <p:sp>
        <p:nvSpPr>
          <p:cNvPr id="717" name="Google Shape;717;p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23" name="Google Shape;723;p16"/>
          <p:cNvPicPr preferRelativeResize="0"/>
          <p:nvPr/>
        </p:nvPicPr>
        <p:blipFill rotWithShape="1">
          <a:blip r:embed="rId3">
            <a:alphaModFix/>
          </a:blip>
          <a:srcRect b="0" l="0" r="0" t="0"/>
          <a:stretch/>
        </p:blipFill>
        <p:spPr>
          <a:xfrm>
            <a:off x="381000" y="609600"/>
            <a:ext cx="8029575" cy="572928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RAD Rapid Application Development</a:t>
            </a:r>
            <a:endParaRPr/>
          </a:p>
        </p:txBody>
      </p:sp>
      <p:sp>
        <p:nvSpPr>
          <p:cNvPr id="729" name="Google Shape;729;p1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sp>
        <p:nvSpPr>
          <p:cNvPr id="730" name="Google Shape;730;p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31" name="Google Shape;731;p17"/>
          <p:cNvPicPr preferRelativeResize="0"/>
          <p:nvPr/>
        </p:nvPicPr>
        <p:blipFill rotWithShape="1">
          <a:blip r:embed="rId3">
            <a:alphaModFix/>
          </a:blip>
          <a:srcRect b="0" l="0" r="0" t="0"/>
          <a:stretch/>
        </p:blipFill>
        <p:spPr>
          <a:xfrm>
            <a:off x="533400" y="1905000"/>
            <a:ext cx="8305800" cy="4724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737" name="Google Shape;737;p1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Changing requirements can be accommodated.</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Progress can be measured.</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Iteration time can be short with use of powerful RAD tools.</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Increases reusability of components.</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Reduced development time.</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Encourages customer feedback.</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Integration from very beginning solves a lot of integration issues.</a:t>
            </a:r>
            <a:endParaRPr/>
          </a:p>
        </p:txBody>
      </p:sp>
      <p:sp>
        <p:nvSpPr>
          <p:cNvPr id="738" name="Google Shape;738;p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744" name="Google Shape;744;p1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Dependency on technically strong team members for identifying business requirements.</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Only system that can be modularized can be built using RAD.</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Inapplicable to cheaper projects as cost of modeling and automated code generation is very high.</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Requires user involvement throughout the life cycle.</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Suitable for project requiring shorter development times. </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Management complexity is more.</a:t>
            </a:r>
            <a:endParaRPr/>
          </a:p>
        </p:txBody>
      </p:sp>
      <p:sp>
        <p:nvSpPr>
          <p:cNvPr id="745" name="Google Shape;745;p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20"/>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Spiral Model</a:t>
            </a:r>
            <a:endParaRPr/>
          </a:p>
        </p:txBody>
      </p:sp>
      <p:sp>
        <p:nvSpPr>
          <p:cNvPr id="751" name="Google Shape;751;p20"/>
          <p:cNvSpPr txBox="1"/>
          <p:nvPr>
            <p:ph idx="1" type="body"/>
          </p:nvPr>
        </p:nvSpPr>
        <p:spPr>
          <a:xfrm>
            <a:off x="685800" y="1524000"/>
            <a:ext cx="80010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Used when requirements are not well understood and risks are high.</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Inner spirals focus on identifying software requirements and project risks; may also incorporate prototyping.</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Outer spirals take on a classical waterfall approach after requirements have been defined, but permit iterative growth of the software.</a:t>
            </a:r>
            <a:endParaRPr/>
          </a:p>
        </p:txBody>
      </p:sp>
      <p:sp>
        <p:nvSpPr>
          <p:cNvPr id="752" name="Google Shape;752;p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21"/>
          <p:cNvSpPr txBox="1"/>
          <p:nvPr>
            <p:ph type="title"/>
          </p:nvPr>
        </p:nvSpPr>
        <p:spPr>
          <a:xfrm>
            <a:off x="685800" y="457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Spiral Model</a:t>
            </a:r>
            <a:endParaRPr/>
          </a:p>
        </p:txBody>
      </p:sp>
      <p:sp>
        <p:nvSpPr>
          <p:cNvPr id="758" name="Google Shape;758;p21"/>
          <p:cNvSpPr txBox="1"/>
          <p:nvPr>
            <p:ph idx="1" type="body"/>
          </p:nvPr>
        </p:nvSpPr>
        <p:spPr>
          <a:xfrm>
            <a:off x="533400" y="17526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Requires considerable expertise in risk assessment.</a:t>
            </a:r>
            <a:endParaRPr/>
          </a:p>
          <a:p>
            <a:pPr indent="-139700" lvl="0" marL="342900" marR="0" rtl="0" algn="just">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Extends waterfall model by adding iteration to explore /manage risk.</a:t>
            </a:r>
            <a:endParaRPr/>
          </a:p>
          <a:p>
            <a:pPr indent="-139700" lvl="0" marL="342900" marR="0" rtl="0" algn="just">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Key idea: </a:t>
            </a:r>
            <a:r>
              <a:rPr b="0" i="0" lang="en-US" sz="3200" u="none">
                <a:solidFill>
                  <a:schemeClr val="dk1"/>
                </a:solidFill>
                <a:latin typeface="Times New Roman"/>
                <a:ea typeface="Times New Roman"/>
                <a:cs typeface="Times New Roman"/>
                <a:sym typeface="Times New Roman"/>
              </a:rPr>
              <a:t>on each iteration identify and solve the sub-problems with the highest risk. </a:t>
            </a:r>
            <a:endParaRPr/>
          </a:p>
        </p:txBody>
      </p:sp>
      <p:sp>
        <p:nvSpPr>
          <p:cNvPr id="759" name="Google Shape;759;p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65" name="Google Shape;765;p22"/>
          <p:cNvPicPr preferRelativeResize="0"/>
          <p:nvPr/>
        </p:nvPicPr>
        <p:blipFill rotWithShape="1">
          <a:blip r:embed="rId3">
            <a:alphaModFix/>
          </a:blip>
          <a:srcRect b="0" l="0" r="0" t="0"/>
          <a:stretch/>
        </p:blipFill>
        <p:spPr>
          <a:xfrm>
            <a:off x="381000" y="228600"/>
            <a:ext cx="8458200" cy="640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2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Spiral Model</a:t>
            </a:r>
            <a:endParaRPr/>
          </a:p>
        </p:txBody>
      </p:sp>
      <p:sp>
        <p:nvSpPr>
          <p:cNvPr id="771" name="Google Shape;771;p2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New product line which should be released in phases to get enough customer feedback.</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Significant changes are expected in the product during the development cycle</a:t>
            </a:r>
            <a:endParaRPr/>
          </a:p>
        </p:txBody>
      </p:sp>
      <p:sp>
        <p:nvSpPr>
          <p:cNvPr id="772" name="Google Shape;772;p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78" name="Google Shape;778;p24"/>
          <p:cNvPicPr preferRelativeResize="0"/>
          <p:nvPr/>
        </p:nvPicPr>
        <p:blipFill rotWithShape="1">
          <a:blip r:embed="rId3">
            <a:alphaModFix/>
          </a:blip>
          <a:srcRect b="0" l="0" r="0" t="0"/>
          <a:stretch/>
        </p:blipFill>
        <p:spPr>
          <a:xfrm>
            <a:off x="1066800" y="215900"/>
            <a:ext cx="6781800" cy="6216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2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784" name="Google Shape;784;p25"/>
          <p:cNvSpPr txBox="1"/>
          <p:nvPr>
            <p:ph idx="1" type="body"/>
          </p:nvPr>
        </p:nvSpPr>
        <p:spPr>
          <a:xfrm>
            <a:off x="228600" y="1676400"/>
            <a:ext cx="85344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Realism: </a:t>
            </a:r>
            <a:r>
              <a:rPr b="0" i="0" lang="en-US" sz="2800" u="none">
                <a:solidFill>
                  <a:schemeClr val="dk1"/>
                </a:solidFill>
                <a:latin typeface="Times New Roman"/>
                <a:ea typeface="Times New Roman"/>
                <a:cs typeface="Times New Roman"/>
                <a:sym typeface="Times New Roman"/>
              </a:rPr>
              <a:t>the model accurately reflects the iterative nature of software development on projects with unclear requirements Allows for extensive use of prototypes.</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Requirements can be captured more accurately.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Users see the system early.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Development can be divided into smaller parts and more risky parts can be developed earlier which helps better risk management.</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Flexible: incorporates the advantages of the waterfall and evolutionary methods </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785" name="Google Shape;785;p2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2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791" name="Google Shape;791;p26"/>
          <p:cNvSpPr txBox="1"/>
          <p:nvPr>
            <p:ph idx="1" type="body"/>
          </p:nvPr>
        </p:nvSpPr>
        <p:spPr>
          <a:xfrm>
            <a:off x="381000" y="1676400"/>
            <a:ext cx="84582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Management is more complex.</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End of project may not be known early.</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Not suitable for small or low risk projects and could be expensive for small projects.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Spiral may go indefinitely.</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Large number of intermediate stages requires excessive documentation.</a:t>
            </a:r>
            <a:endParaRPr/>
          </a:p>
        </p:txBody>
      </p:sp>
      <p:sp>
        <p:nvSpPr>
          <p:cNvPr id="792" name="Google Shape;792;p2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27"/>
          <p:cNvSpPr txBox="1"/>
          <p:nvPr>
            <p:ph type="title"/>
          </p:nvPr>
        </p:nvSpPr>
        <p:spPr>
          <a:xfrm>
            <a:off x="685800" y="3048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Open Source Model</a:t>
            </a:r>
            <a:endParaRPr/>
          </a:p>
        </p:txBody>
      </p:sp>
      <p:sp>
        <p:nvSpPr>
          <p:cNvPr id="798" name="Google Shape;798;p27"/>
          <p:cNvSpPr txBox="1"/>
          <p:nvPr>
            <p:ph idx="1" type="body"/>
          </p:nvPr>
        </p:nvSpPr>
        <p:spPr>
          <a:xfrm>
            <a:off x="228600" y="1295400"/>
            <a:ext cx="8686800" cy="5257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All successful open-source software projects go through </a:t>
            </a:r>
            <a:r>
              <a:rPr b="1" i="0" lang="en-US" sz="2800" u="none">
                <a:solidFill>
                  <a:schemeClr val="dk1"/>
                </a:solidFill>
                <a:latin typeface="Times New Roman"/>
                <a:ea typeface="Times New Roman"/>
                <a:cs typeface="Times New Roman"/>
                <a:sym typeface="Times New Roman"/>
              </a:rPr>
              <a:t>two informal phases</a:t>
            </a:r>
            <a:r>
              <a:rPr b="0" i="0" lang="en-US" sz="2800" u="none">
                <a:solidFill>
                  <a:schemeClr val="dk1"/>
                </a:solidFill>
                <a:latin typeface="Times New Roman"/>
                <a:ea typeface="Times New Roman"/>
                <a:cs typeface="Times New Roman"/>
                <a:sym typeface="Times New Roman"/>
              </a:rPr>
              <a:t>. </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Single individual has an </a:t>
            </a:r>
            <a:r>
              <a:rPr b="1" i="0" lang="en-US" sz="2800" u="none">
                <a:solidFill>
                  <a:schemeClr val="dk1"/>
                </a:solidFill>
                <a:latin typeface="Times New Roman"/>
                <a:ea typeface="Times New Roman"/>
                <a:cs typeface="Times New Roman"/>
                <a:sym typeface="Times New Roman"/>
              </a:rPr>
              <a:t>idea for a program</a:t>
            </a:r>
            <a:r>
              <a:rPr b="0" i="0" lang="en-US" sz="2800" u="none">
                <a:solidFill>
                  <a:schemeClr val="dk1"/>
                </a:solidFill>
                <a:latin typeface="Times New Roman"/>
                <a:ea typeface="Times New Roman"/>
                <a:cs typeface="Times New Roman"/>
                <a:sym typeface="Times New Roman"/>
              </a:rPr>
              <a:t>, such as an operating system (Linux), a Net browser (Firefox), or a Web server (Apache) , initial version of that program is build.</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Software is made available to users over internet as it is free.</a:t>
            </a:r>
            <a:endParaRPr/>
          </a:p>
        </p:txBody>
      </p:sp>
      <p:sp>
        <p:nvSpPr>
          <p:cNvPr id="799" name="Google Shape;799;p2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28"/>
          <p:cNvSpPr txBox="1"/>
          <p:nvPr>
            <p:ph type="title"/>
          </p:nvPr>
        </p:nvSpPr>
        <p:spPr>
          <a:xfrm>
            <a:off x="685800" y="3810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Open Source Model</a:t>
            </a:r>
            <a:endParaRPr/>
          </a:p>
        </p:txBody>
      </p:sp>
      <p:sp>
        <p:nvSpPr>
          <p:cNvPr id="805" name="Google Shape;805;p28"/>
          <p:cNvSpPr txBox="1"/>
          <p:nvPr>
            <p:ph idx="1" type="body"/>
          </p:nvPr>
        </p:nvSpPr>
        <p:spPr>
          <a:xfrm>
            <a:off x="304800" y="1600200"/>
            <a:ext cx="85344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Once the users start using the program second informal phase of the project begins.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Users become co-developers, in that some users report defects and others suggest ways of fixing those defects.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Some users put forward ideas for extending the program, and others implement those ideas.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As the program expands in functionality, yet other users port the program so that it can run on additional operating system/hardware combinations.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806" name="Google Shape;806;p2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29"/>
          <p:cNvSpPr txBox="1"/>
          <p:nvPr>
            <p:ph type="title"/>
          </p:nvPr>
        </p:nvSpPr>
        <p:spPr>
          <a:xfrm>
            <a:off x="685800" y="228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Open Source Model</a:t>
            </a:r>
            <a:endParaRPr/>
          </a:p>
        </p:txBody>
      </p:sp>
      <p:sp>
        <p:nvSpPr>
          <p:cNvPr id="812" name="Google Shape;812;p29"/>
          <p:cNvSpPr txBox="1"/>
          <p:nvPr>
            <p:ph idx="1" type="body"/>
          </p:nvPr>
        </p:nvSpPr>
        <p:spPr>
          <a:xfrm>
            <a:off x="152400" y="1143000"/>
            <a:ext cx="87630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key aspect is that individuals work on an open-source project in their spare time on a voluntary basis; they are not paid to participate.</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second informal phase of the open-source life-cycle model consists solely of </a:t>
            </a:r>
            <a:r>
              <a:rPr b="1" i="0" lang="en-US" sz="2800" u="none">
                <a:solidFill>
                  <a:schemeClr val="dk1"/>
                </a:solidFill>
                <a:latin typeface="Times New Roman"/>
                <a:ea typeface="Times New Roman"/>
                <a:cs typeface="Times New Roman"/>
                <a:sym typeface="Times New Roman"/>
              </a:rPr>
              <a:t>post delivery maintenance.</a:t>
            </a:r>
            <a:endParaRPr/>
          </a:p>
        </p:txBody>
      </p:sp>
      <p:sp>
        <p:nvSpPr>
          <p:cNvPr id="813" name="Google Shape;813;p2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3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819" name="Google Shape;819;p30"/>
          <p:cNvPicPr preferRelativeResize="0"/>
          <p:nvPr/>
        </p:nvPicPr>
        <p:blipFill rotWithShape="1">
          <a:blip r:embed="rId3">
            <a:alphaModFix/>
          </a:blip>
          <a:srcRect b="0" l="0" r="0" t="0"/>
          <a:stretch/>
        </p:blipFill>
        <p:spPr>
          <a:xfrm>
            <a:off x="304800" y="609600"/>
            <a:ext cx="8686800" cy="5562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31"/>
          <p:cNvSpPr txBox="1"/>
          <p:nvPr>
            <p:ph type="title"/>
          </p:nvPr>
        </p:nvSpPr>
        <p:spPr>
          <a:xfrm>
            <a:off x="685800" y="3810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Process Model</a:t>
            </a:r>
            <a:endParaRPr/>
          </a:p>
        </p:txBody>
      </p:sp>
      <p:sp>
        <p:nvSpPr>
          <p:cNvPr id="825" name="Google Shape;825;p31"/>
          <p:cNvSpPr txBox="1"/>
          <p:nvPr>
            <p:ph idx="1" type="body"/>
          </p:nvPr>
        </p:nvSpPr>
        <p:spPr>
          <a:xfrm>
            <a:off x="685800" y="16764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Agile SDLC model is a combination of </a:t>
            </a:r>
            <a:r>
              <a:rPr b="1" i="0" lang="en-US" sz="2400" u="none">
                <a:solidFill>
                  <a:schemeClr val="dk1"/>
                </a:solidFill>
                <a:latin typeface="Times New Roman"/>
                <a:ea typeface="Times New Roman"/>
                <a:cs typeface="Times New Roman"/>
                <a:sym typeface="Times New Roman"/>
              </a:rPr>
              <a:t>iterative and incremental process models </a:t>
            </a:r>
            <a:r>
              <a:rPr b="0" i="0" lang="en-US" sz="2400" u="none">
                <a:solidFill>
                  <a:schemeClr val="dk1"/>
                </a:solidFill>
                <a:latin typeface="Times New Roman"/>
                <a:ea typeface="Times New Roman"/>
                <a:cs typeface="Times New Roman"/>
                <a:sym typeface="Times New Roman"/>
              </a:rPr>
              <a:t>with focus on process adaptability and customer satisfaction by rapid delivery of working software product.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Agile Methods </a:t>
            </a:r>
            <a:r>
              <a:rPr b="1" i="0" lang="en-US" sz="2400" u="none">
                <a:solidFill>
                  <a:schemeClr val="dk1"/>
                </a:solidFill>
                <a:latin typeface="Times New Roman"/>
                <a:ea typeface="Times New Roman"/>
                <a:cs typeface="Times New Roman"/>
                <a:sym typeface="Times New Roman"/>
              </a:rPr>
              <a:t>break the product into small incremental builds.</a:t>
            </a:r>
            <a:r>
              <a:rPr b="0" i="0" lang="en-US" sz="2400" u="none">
                <a:solidFill>
                  <a:schemeClr val="dk1"/>
                </a:solidFill>
                <a:latin typeface="Times New Roman"/>
                <a:ea typeface="Times New Roman"/>
                <a:cs typeface="Times New Roman"/>
                <a:sym typeface="Times New Roman"/>
              </a:rPr>
              <a:t> These builds are </a:t>
            </a:r>
            <a:r>
              <a:rPr b="1" i="0" lang="en-US" sz="2400" u="none">
                <a:solidFill>
                  <a:schemeClr val="dk1"/>
                </a:solidFill>
                <a:latin typeface="Times New Roman"/>
                <a:ea typeface="Times New Roman"/>
                <a:cs typeface="Times New Roman"/>
                <a:sym typeface="Times New Roman"/>
              </a:rPr>
              <a:t>provided in iterations. </a:t>
            </a:r>
            <a:r>
              <a:rPr b="0" i="0" lang="en-US" sz="2400" u="none">
                <a:solidFill>
                  <a:schemeClr val="dk1"/>
                </a:solidFill>
                <a:latin typeface="Times New Roman"/>
                <a:ea typeface="Times New Roman"/>
                <a:cs typeface="Times New Roman"/>
                <a:sym typeface="Times New Roman"/>
              </a:rPr>
              <a:t>Each iteration typically lasts from about one to three weeks. every iteration involves cross functional teams working simultaneously on various areas like planning, requirements analysis, design, coding, unit testing, and acceptance testing.</a:t>
            </a:r>
            <a:endParaRPr/>
          </a:p>
        </p:txBody>
      </p:sp>
      <p:sp>
        <p:nvSpPr>
          <p:cNvPr id="826" name="Google Shape;826;p3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32"/>
          <p:cNvSpPr txBox="1"/>
          <p:nvPr>
            <p:ph type="title"/>
          </p:nvPr>
        </p:nvSpPr>
        <p:spPr>
          <a:xfrm>
            <a:off x="762000" y="3810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Process Model</a:t>
            </a:r>
            <a:endParaRPr/>
          </a:p>
        </p:txBody>
      </p:sp>
      <p:sp>
        <p:nvSpPr>
          <p:cNvPr id="832" name="Google Shape;832;p32"/>
          <p:cNvSpPr txBox="1"/>
          <p:nvPr>
            <p:ph idx="1" type="body"/>
          </p:nvPr>
        </p:nvSpPr>
        <p:spPr>
          <a:xfrm>
            <a:off x="304800" y="1600200"/>
            <a:ext cx="86106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At the end of the iteration a working product is displayed to the customer and important stakeholders.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Iterative approach is taken and working software build is delivered after each iteration. Each build is incremental in terms of features; the final build holds all the features required by the customer.</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Agile processes must be adapted incrementally to manage unpredictability</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833" name="Google Shape;833;p3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33"/>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Process Model</a:t>
            </a:r>
            <a:endParaRPr/>
          </a:p>
        </p:txBody>
      </p:sp>
      <p:sp>
        <p:nvSpPr>
          <p:cNvPr id="839" name="Google Shape;839;p3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840" name="Google Shape;840;p33"/>
          <p:cNvPicPr preferRelativeResize="0"/>
          <p:nvPr>
            <p:ph idx="1" type="body"/>
          </p:nvPr>
        </p:nvPicPr>
        <p:blipFill rotWithShape="1">
          <a:blip r:embed="rId3">
            <a:alphaModFix/>
          </a:blip>
          <a:srcRect b="0" l="0" r="0" t="0"/>
          <a:stretch/>
        </p:blipFill>
        <p:spPr>
          <a:xfrm>
            <a:off x="1143000" y="1600200"/>
            <a:ext cx="7467600" cy="4876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3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846" name="Google Shape;846;p34"/>
          <p:cNvSpPr txBox="1"/>
          <p:nvPr>
            <p:ph idx="1" type="body"/>
          </p:nvPr>
        </p:nvSpPr>
        <p:spPr>
          <a:xfrm>
            <a:off x="228600" y="1600200"/>
            <a:ext cx="8610600" cy="5029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Is a very realistic approach to software development.</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Promotes teamwork and cross training.</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Functionality can be developed rapidly and demonstrated.</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Suitable for fixed or changing requirements.</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Delivers early partial working solutions.</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Good model for environments that change steadily.</a:t>
            </a:r>
            <a:endParaRPr/>
          </a:p>
        </p:txBody>
      </p:sp>
      <p:sp>
        <p:nvSpPr>
          <p:cNvPr id="847" name="Google Shape;847;p3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3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853" name="Google Shape;853;p3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Easy to manage.</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Little or no planning required.</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Highest priority is to satisfy the customer.</a:t>
            </a:r>
            <a:endParaRPr/>
          </a:p>
        </p:txBody>
      </p:sp>
      <p:sp>
        <p:nvSpPr>
          <p:cNvPr id="854" name="Google Shape;854;p3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36"/>
          <p:cNvSpPr txBox="1"/>
          <p:nvPr>
            <p:ph type="title"/>
          </p:nvPr>
        </p:nvSpPr>
        <p:spPr>
          <a:xfrm>
            <a:off x="762000" y="1524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860" name="Google Shape;860;p36"/>
          <p:cNvSpPr txBox="1"/>
          <p:nvPr>
            <p:ph idx="1" type="body"/>
          </p:nvPr>
        </p:nvSpPr>
        <p:spPr>
          <a:xfrm>
            <a:off x="228600" y="1219200"/>
            <a:ext cx="86868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case of some software deliverables, especially the large ones, it is </a:t>
            </a:r>
            <a:r>
              <a:rPr b="1" i="0" lang="en-US" sz="2400" u="none">
                <a:solidFill>
                  <a:schemeClr val="dk1"/>
                </a:solidFill>
                <a:latin typeface="Times New Roman"/>
                <a:ea typeface="Times New Roman"/>
                <a:cs typeface="Times New Roman"/>
                <a:sym typeface="Times New Roman"/>
              </a:rPr>
              <a:t>difficult to assess the effort </a:t>
            </a:r>
            <a:r>
              <a:rPr b="0" i="0" lang="en-US" sz="2400" u="none">
                <a:solidFill>
                  <a:schemeClr val="dk1"/>
                </a:solidFill>
                <a:latin typeface="Times New Roman"/>
                <a:ea typeface="Times New Roman"/>
                <a:cs typeface="Times New Roman"/>
                <a:sym typeface="Times New Roman"/>
              </a:rPr>
              <a:t>required at the </a:t>
            </a:r>
            <a:r>
              <a:rPr b="1" i="0" lang="en-US" sz="2400" u="none">
                <a:solidFill>
                  <a:schemeClr val="dk1"/>
                </a:solidFill>
                <a:latin typeface="Times New Roman"/>
                <a:ea typeface="Times New Roman"/>
                <a:cs typeface="Times New Roman"/>
                <a:sym typeface="Times New Roman"/>
              </a:rPr>
              <a:t>beginning</a:t>
            </a:r>
            <a:r>
              <a:rPr b="0" i="0" lang="en-US" sz="2400" u="none">
                <a:solidFill>
                  <a:schemeClr val="dk1"/>
                </a:solidFill>
                <a:latin typeface="Times New Roman"/>
                <a:ea typeface="Times New Roman"/>
                <a:cs typeface="Times New Roman"/>
                <a:sym typeface="Times New Roman"/>
              </a:rPr>
              <a:t> of the software development life cycle.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Designing and Documentation, agile methodology </a:t>
            </a:r>
            <a:r>
              <a:rPr b="1" i="0" lang="en-US" sz="2400" u="none">
                <a:solidFill>
                  <a:schemeClr val="dk1"/>
                </a:solidFill>
                <a:latin typeface="Times New Roman"/>
                <a:ea typeface="Times New Roman"/>
                <a:cs typeface="Times New Roman"/>
                <a:sym typeface="Times New Roman"/>
              </a:rPr>
              <a:t>pays less importance.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project can easily get taken </a:t>
            </a:r>
            <a:r>
              <a:rPr b="1" i="0" lang="en-US" sz="2400" u="none">
                <a:solidFill>
                  <a:schemeClr val="dk1"/>
                </a:solidFill>
                <a:latin typeface="Times New Roman"/>
                <a:ea typeface="Times New Roman"/>
                <a:cs typeface="Times New Roman"/>
                <a:sym typeface="Times New Roman"/>
              </a:rPr>
              <a:t>off track </a:t>
            </a:r>
            <a:r>
              <a:rPr b="0" i="0" lang="en-US" sz="2400" u="none">
                <a:solidFill>
                  <a:schemeClr val="dk1"/>
                </a:solidFill>
                <a:latin typeface="Times New Roman"/>
                <a:ea typeface="Times New Roman"/>
                <a:cs typeface="Times New Roman"/>
                <a:sym typeface="Times New Roman"/>
              </a:rPr>
              <a:t>if the customer representative is not clear what final outcome that they want.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Agile methodology, </a:t>
            </a:r>
            <a:r>
              <a:rPr b="1" i="0" lang="en-US" sz="2400" u="none">
                <a:solidFill>
                  <a:schemeClr val="dk1"/>
                </a:solidFill>
                <a:latin typeface="Times New Roman"/>
                <a:ea typeface="Times New Roman"/>
                <a:cs typeface="Times New Roman"/>
                <a:sym typeface="Times New Roman"/>
              </a:rPr>
              <a:t>experience resource </a:t>
            </a:r>
            <a:r>
              <a:rPr b="0" i="0" lang="en-US" sz="2400" u="none">
                <a:solidFill>
                  <a:schemeClr val="dk1"/>
                </a:solidFill>
                <a:latin typeface="Times New Roman"/>
                <a:ea typeface="Times New Roman"/>
                <a:cs typeface="Times New Roman"/>
                <a:sym typeface="Times New Roman"/>
              </a:rPr>
              <a:t>will be needed.</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861" name="Google Shape;861;p3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3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Agile Process Models</a:t>
            </a:r>
            <a:endParaRPr/>
          </a:p>
        </p:txBody>
      </p:sp>
      <p:sp>
        <p:nvSpPr>
          <p:cNvPr id="867" name="Google Shape;867;p3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Extreme Programming (XP)</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Adaptive Software Development (ASD)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Dynamic Systems Development Method (DSDM)</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Scrum</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Crystal</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Feature Driven Development (FDD)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Agile Modeling (AM)</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868" name="Google Shape;868;p3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38"/>
          <p:cNvSpPr txBox="1"/>
          <p:nvPr>
            <p:ph type="title"/>
          </p:nvPr>
        </p:nvSpPr>
        <p:spPr>
          <a:xfrm>
            <a:off x="685800" y="45720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Extreme Programming (XP)</a:t>
            </a:r>
            <a:br>
              <a:rPr b="0" i="0" lang="en-US" sz="4400" u="none">
                <a:solidFill>
                  <a:schemeClr val="dk2"/>
                </a:solidFill>
                <a:latin typeface="Times New Roman"/>
                <a:ea typeface="Times New Roman"/>
                <a:cs typeface="Times New Roman"/>
                <a:sym typeface="Times New Roman"/>
              </a:rPr>
            </a:br>
            <a:endParaRPr/>
          </a:p>
        </p:txBody>
      </p:sp>
      <p:sp>
        <p:nvSpPr>
          <p:cNvPr id="874" name="Google Shape;874;p3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Relies on object-oriented approach as it is based on </a:t>
            </a:r>
            <a:r>
              <a:rPr b="1" i="0" lang="en-US" sz="3200" u="none">
                <a:solidFill>
                  <a:schemeClr val="dk1"/>
                </a:solidFill>
                <a:latin typeface="Times New Roman"/>
                <a:ea typeface="Times New Roman"/>
                <a:cs typeface="Times New Roman"/>
                <a:sym typeface="Times New Roman"/>
              </a:rPr>
              <a:t>set rules and practices </a:t>
            </a:r>
            <a:r>
              <a:rPr b="0" i="0" lang="en-US" sz="3200" u="none">
                <a:solidFill>
                  <a:schemeClr val="dk1"/>
                </a:solidFill>
                <a:latin typeface="Times New Roman"/>
                <a:ea typeface="Times New Roman"/>
                <a:cs typeface="Times New Roman"/>
                <a:sym typeface="Times New Roman"/>
              </a:rPr>
              <a:t>that occur within the activities defined.</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Agile processes must be </a:t>
            </a:r>
            <a:r>
              <a:rPr b="1" i="0" lang="en-US" sz="3200" u="none">
                <a:solidFill>
                  <a:schemeClr val="dk1"/>
                </a:solidFill>
                <a:latin typeface="Times New Roman"/>
                <a:ea typeface="Times New Roman"/>
                <a:cs typeface="Times New Roman"/>
                <a:sym typeface="Times New Roman"/>
              </a:rPr>
              <a:t>adapted incrementally to manage unpredictability</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875" name="Google Shape;875;p3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3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881" name="Google Shape;881;p39"/>
          <p:cNvSpPr txBox="1"/>
          <p:nvPr>
            <p:ph type="title"/>
          </p:nvPr>
        </p:nvSpPr>
        <p:spPr>
          <a:xfrm>
            <a:off x="708025" y="274637"/>
            <a:ext cx="7750175"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Extreme Programming (XP)</a:t>
            </a:r>
            <a:endParaRPr/>
          </a:p>
        </p:txBody>
      </p:sp>
      <p:sp>
        <p:nvSpPr>
          <p:cNvPr id="882" name="Google Shape;882;p3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XP Planning</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Begins with the creation of “user stories”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Agile team assesses each story and assigns a cost</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Stories are grouped to for a deliverable increment</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 commitment is made on delivery date</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After the first increment “project velocity” is used to help define subsequent delivery dates for other increments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4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888" name="Google Shape;888;p40"/>
          <p:cNvSpPr txBox="1"/>
          <p:nvPr>
            <p:ph type="title"/>
          </p:nvPr>
        </p:nvSpPr>
        <p:spPr>
          <a:xfrm>
            <a:off x="695325" y="274637"/>
            <a:ext cx="775335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Extreme Programming (XP)</a:t>
            </a:r>
            <a:endParaRPr/>
          </a:p>
        </p:txBody>
      </p:sp>
      <p:sp>
        <p:nvSpPr>
          <p:cNvPr id="889" name="Google Shape;889;p40"/>
          <p:cNvSpPr txBox="1"/>
          <p:nvPr>
            <p:ph idx="1" type="body"/>
          </p:nvPr>
        </p:nvSpPr>
        <p:spPr>
          <a:xfrm>
            <a:off x="228600" y="1371600"/>
            <a:ext cx="8686800" cy="5257800"/>
          </a:xfrm>
          <a:prstGeom prst="rect">
            <a:avLst/>
          </a:prstGeom>
          <a:noFill/>
          <a:ln>
            <a:noFill/>
          </a:ln>
        </p:spPr>
        <p:txBody>
          <a:bodyPr anchorCtr="0" anchor="t" bIns="45700" lIns="91425" spcFirstLastPara="1" rIns="91425" wrap="square" tIns="45700">
            <a:noAutofit/>
          </a:bodyPr>
          <a:lstStyle/>
          <a:p>
            <a:pPr indent="-322262" lvl="0" marL="322262" rtl="0" algn="l">
              <a:lnSpc>
                <a:spcPct val="90000"/>
              </a:lnSpc>
              <a:spcBef>
                <a:spcPts val="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XP Design</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Follows the KIS (Keep it simple) principle</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Encourage the use of CRC (class responsibility collaborator-effective mechanism for problem solving as uses object oriented approach) cards for difficult design problems, suggests the creation of “spike solutions”—a design prototype</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Encourages “refactoring” or “restructuring”—an iterative refinement of the internal program design</a:t>
            </a:r>
            <a:endParaRPr/>
          </a:p>
          <a:p>
            <a:pPr indent="-322262" lvl="0" marL="322262" rtl="0" algn="l">
              <a:lnSpc>
                <a:spcPct val="90000"/>
              </a:lnSpc>
              <a:spcBef>
                <a:spcPts val="4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XP Coding</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Recommends the construction of a unit test for a store </a:t>
            </a:r>
            <a:r>
              <a:rPr b="0" i="1" lang="en-US" sz="2000" u="none">
                <a:solidFill>
                  <a:schemeClr val="dk1"/>
                </a:solidFill>
                <a:latin typeface="Times New Roman"/>
                <a:ea typeface="Times New Roman"/>
                <a:cs typeface="Times New Roman"/>
                <a:sym typeface="Times New Roman"/>
              </a:rPr>
              <a:t>before</a:t>
            </a:r>
            <a:r>
              <a:rPr b="0" i="0" lang="en-US" sz="2000" u="none">
                <a:solidFill>
                  <a:schemeClr val="dk1"/>
                </a:solidFill>
                <a:latin typeface="Times New Roman"/>
                <a:ea typeface="Times New Roman"/>
                <a:cs typeface="Times New Roman"/>
                <a:sym typeface="Times New Roman"/>
              </a:rPr>
              <a:t> coding commences</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Encourages “pair programming-two people working on same program”</a:t>
            </a:r>
            <a:endParaRPr/>
          </a:p>
          <a:p>
            <a:pPr indent="-322262" lvl="0" marL="322262" rtl="0" algn="l">
              <a:lnSpc>
                <a:spcPct val="90000"/>
              </a:lnSpc>
              <a:spcBef>
                <a:spcPts val="4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XP Testing</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All unit tests are executed daily</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“Acceptance tests” are defined by the customer and executed to assess customer visible functionality</a:t>
            </a:r>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41"/>
          <p:cNvSpPr txBox="1"/>
          <p:nvPr>
            <p:ph type="title"/>
          </p:nvPr>
        </p:nvSpPr>
        <p:spPr>
          <a:xfrm>
            <a:off x="685800" y="244475"/>
            <a:ext cx="7772400" cy="746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Extreme Programming (XP)</a:t>
            </a:r>
            <a:endParaRPr/>
          </a:p>
        </p:txBody>
      </p:sp>
      <p:sp>
        <p:nvSpPr>
          <p:cNvPr id="895" name="Google Shape;895;p4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sp>
        <p:nvSpPr>
          <p:cNvPr id="896" name="Google Shape;896;p4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897" name="Google Shape;897;p41"/>
          <p:cNvPicPr preferRelativeResize="0"/>
          <p:nvPr/>
        </p:nvPicPr>
        <p:blipFill rotWithShape="1">
          <a:blip r:embed="rId3">
            <a:alphaModFix/>
          </a:blip>
          <a:srcRect b="0" l="0" r="0" t="0"/>
          <a:stretch/>
        </p:blipFill>
        <p:spPr>
          <a:xfrm>
            <a:off x="228600" y="1143000"/>
            <a:ext cx="8686800" cy="54451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4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Adaptive Software Development</a:t>
            </a:r>
            <a:endParaRPr/>
          </a:p>
        </p:txBody>
      </p:sp>
      <p:sp>
        <p:nvSpPr>
          <p:cNvPr id="903" name="Google Shape;903;p42"/>
          <p:cNvSpPr txBox="1"/>
          <p:nvPr>
            <p:ph idx="1" type="body"/>
          </p:nvPr>
        </p:nvSpPr>
        <p:spPr>
          <a:xfrm>
            <a:off x="685800" y="16764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Technique for building complex software and systems.</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Self-organization arises when independent agents cooperate to create a solution to a problem that is beyond the capability of any individual agent.</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Emphasizes self-organizing teams, interpersonal collaboration, and both individual and team learning</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904" name="Google Shape;904;p4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4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Adaptive Software Development</a:t>
            </a:r>
            <a:endParaRPr/>
          </a:p>
        </p:txBody>
      </p:sp>
      <p:sp>
        <p:nvSpPr>
          <p:cNvPr id="910" name="Google Shape;910;p43"/>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Adaptive Software Development practices provide ability to accommodate change and are </a:t>
            </a:r>
            <a:r>
              <a:rPr b="1" i="0" lang="en-US" sz="3200" u="none">
                <a:solidFill>
                  <a:schemeClr val="dk1"/>
                </a:solidFill>
                <a:latin typeface="Times New Roman"/>
                <a:ea typeface="Times New Roman"/>
                <a:cs typeface="Times New Roman"/>
                <a:sym typeface="Times New Roman"/>
              </a:rPr>
              <a:t>adaptable in turbulent environments </a:t>
            </a:r>
            <a:r>
              <a:rPr b="0" i="0" lang="en-US" sz="3200" u="none">
                <a:solidFill>
                  <a:schemeClr val="dk1"/>
                </a:solidFill>
                <a:latin typeface="Times New Roman"/>
                <a:ea typeface="Times New Roman"/>
                <a:cs typeface="Times New Roman"/>
                <a:sym typeface="Times New Roman"/>
              </a:rPr>
              <a:t>with products evolving with little planning and learning.</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The Adaptive Software Development Lifecycle </a:t>
            </a:r>
            <a:r>
              <a:rPr b="1" i="0" lang="en-US" sz="3200" u="none">
                <a:solidFill>
                  <a:schemeClr val="dk1"/>
                </a:solidFill>
                <a:latin typeface="Times New Roman"/>
                <a:ea typeface="Times New Roman"/>
                <a:cs typeface="Times New Roman"/>
                <a:sym typeface="Times New Roman"/>
              </a:rPr>
              <a:t>focuses on results</a:t>
            </a:r>
            <a:r>
              <a:rPr b="0" i="0" lang="en-US" sz="3200" u="none">
                <a:solidFill>
                  <a:schemeClr val="dk1"/>
                </a:solidFill>
                <a:latin typeface="Times New Roman"/>
                <a:ea typeface="Times New Roman"/>
                <a:cs typeface="Times New Roman"/>
                <a:sym typeface="Times New Roman"/>
              </a:rPr>
              <a:t>, not tasks, and the results are identified as application features.</a:t>
            </a:r>
            <a:endParaRPr/>
          </a:p>
          <a:p>
            <a:pPr indent="-342900" lvl="0" marL="342900" marR="0" rtl="0" algn="l">
              <a:lnSpc>
                <a:spcPct val="100000"/>
              </a:lnSpc>
              <a:spcBef>
                <a:spcPts val="640"/>
              </a:spcBef>
              <a:spcAft>
                <a:spcPts val="0"/>
              </a:spcAft>
              <a:buClr>
                <a:schemeClr val="dk1"/>
              </a:buClr>
              <a:buSzPts val="3200"/>
              <a:buFont typeface="Times New Roman"/>
              <a:buNone/>
            </a:pPr>
            <a:br>
              <a:rPr b="0" i="0" lang="en-US" sz="3200" u="none">
                <a:solidFill>
                  <a:schemeClr val="dk1"/>
                </a:solidFill>
                <a:latin typeface="Times New Roman"/>
                <a:ea typeface="Times New Roman"/>
                <a:cs typeface="Times New Roman"/>
                <a:sym typeface="Times New Roman"/>
              </a:rPr>
            </a:br>
            <a:endParaRPr/>
          </a:p>
          <a:p>
            <a:pPr indent="-342900" lvl="0" marL="342900" marR="0" rtl="0" algn="l">
              <a:lnSpc>
                <a:spcPct val="100000"/>
              </a:lnSpc>
              <a:spcBef>
                <a:spcPts val="640"/>
              </a:spcBef>
              <a:spcAft>
                <a:spcPts val="0"/>
              </a:spcAft>
              <a:buClr>
                <a:schemeClr val="dk1"/>
              </a:buClr>
              <a:buSzPts val="3200"/>
              <a:buFont typeface="Times New Roman"/>
              <a:buNone/>
            </a:pPr>
            <a:br>
              <a:rPr b="0" i="0" lang="en-US" sz="3200" u="none">
                <a:solidFill>
                  <a:schemeClr val="dk1"/>
                </a:solidFill>
                <a:latin typeface="Times New Roman"/>
                <a:ea typeface="Times New Roman"/>
                <a:cs typeface="Times New Roman"/>
                <a:sym typeface="Times New Roman"/>
              </a:rPr>
            </a:br>
            <a:endParaRPr/>
          </a:p>
        </p:txBody>
      </p:sp>
      <p:sp>
        <p:nvSpPr>
          <p:cNvPr id="911" name="Google Shape;911;p4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4"/>
          <p:cNvSpPr txBox="1"/>
          <p:nvPr>
            <p:ph type="title"/>
          </p:nvPr>
        </p:nvSpPr>
        <p:spPr>
          <a:xfrm>
            <a:off x="762000" y="3810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ASD — distinguishing  features</a:t>
            </a:r>
            <a:br>
              <a:rPr b="0" i="0" lang="en-US" sz="4400" u="none">
                <a:solidFill>
                  <a:schemeClr val="dk2"/>
                </a:solidFill>
                <a:latin typeface="Times New Roman"/>
                <a:ea typeface="Times New Roman"/>
                <a:cs typeface="Times New Roman"/>
                <a:sym typeface="Times New Roman"/>
              </a:rPr>
            </a:br>
            <a:endParaRPr/>
          </a:p>
        </p:txBody>
      </p:sp>
      <p:sp>
        <p:nvSpPr>
          <p:cNvPr id="917" name="Google Shape;917;p44"/>
          <p:cNvSpPr txBox="1"/>
          <p:nvPr>
            <p:ph idx="1" type="body"/>
          </p:nvPr>
        </p:nvSpPr>
        <p:spPr>
          <a:xfrm>
            <a:off x="228600" y="1981200"/>
            <a:ext cx="86868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1. Mission Driven</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The activities in the each development cycle must be justified against the overall project mission.</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2. Component Based</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Development activities should not be task oriented but rather focus on developing working software. It focuses on results.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3. Iterative</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Redoing of development instead of doing it right the first time</a:t>
            </a:r>
            <a:endParaRPr/>
          </a:p>
        </p:txBody>
      </p:sp>
      <p:sp>
        <p:nvSpPr>
          <p:cNvPr id="918" name="Google Shape;918;p4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4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ASD — distinguishing  features</a:t>
            </a:r>
            <a:endParaRPr/>
          </a:p>
        </p:txBody>
      </p:sp>
      <p:sp>
        <p:nvSpPr>
          <p:cNvPr id="924" name="Google Shape;924;p4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4. Time Boxed</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Setting fixed delivery times for projects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5. Change Tolerant</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Able to incorporate change is viewed as a competitive advantage (not as a problem).</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6. Risk Driven</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The development of high risk items should begin as early as possible.</a:t>
            </a:r>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925" name="Google Shape;925;p4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4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ASD phases</a:t>
            </a:r>
            <a:endParaRPr/>
          </a:p>
        </p:txBody>
      </p:sp>
      <p:sp>
        <p:nvSpPr>
          <p:cNvPr id="931" name="Google Shape;931;p46"/>
          <p:cNvSpPr txBox="1"/>
          <p:nvPr>
            <p:ph idx="1" type="body"/>
          </p:nvPr>
        </p:nvSpPr>
        <p:spPr>
          <a:xfrm>
            <a:off x="304800" y="1752600"/>
            <a:ext cx="85344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Speculation</a:t>
            </a:r>
            <a:r>
              <a:rPr b="0" i="0" lang="en-US" sz="24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project initiated- customer mission statement , delivery dates , requirements specified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adaptive cycle planning takes place- requirements will keep changing and those changes to be adapted.</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Collaboration</a:t>
            </a:r>
            <a:r>
              <a:rPr b="0" i="0" lang="en-US" sz="2400" u="none">
                <a:solidFill>
                  <a:schemeClr val="dk1"/>
                </a:solidFill>
                <a:latin typeface="Times New Roman"/>
                <a:ea typeface="Times New Roman"/>
                <a:cs typeface="Times New Roman"/>
                <a:sym typeface="Times New Roman"/>
              </a:rPr>
              <a:t> (requires teamwork from a jelled team, </a:t>
            </a:r>
            <a:r>
              <a:rPr b="1" i="0" lang="en-US" sz="2400" u="none">
                <a:solidFill>
                  <a:schemeClr val="dk1"/>
                </a:solidFill>
                <a:latin typeface="Times New Roman"/>
                <a:ea typeface="Times New Roman"/>
                <a:cs typeface="Times New Roman"/>
                <a:sym typeface="Times New Roman"/>
              </a:rPr>
              <a:t>joint application development</a:t>
            </a:r>
            <a:r>
              <a:rPr b="0" i="0" lang="en-US" sz="2400" u="none">
                <a:solidFill>
                  <a:schemeClr val="dk1"/>
                </a:solidFill>
                <a:latin typeface="Times New Roman"/>
                <a:ea typeface="Times New Roman"/>
                <a:cs typeface="Times New Roman"/>
                <a:sym typeface="Times New Roman"/>
              </a:rPr>
              <a:t> is preferred requirements gathering approach)</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Learning</a:t>
            </a:r>
            <a:r>
              <a:rPr b="0" i="0" lang="en-US" sz="2400" u="none">
                <a:solidFill>
                  <a:schemeClr val="dk1"/>
                </a:solidFill>
                <a:latin typeface="Times New Roman"/>
                <a:ea typeface="Times New Roman"/>
                <a:cs typeface="Times New Roman"/>
                <a:sym typeface="Times New Roman"/>
              </a:rPr>
              <a:t> (components implemented and testes, focus groups provide feedback, formal technical reviews, postmortems)</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932" name="Google Shape;932;p4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47"/>
          <p:cNvSpPr txBox="1"/>
          <p:nvPr>
            <p:ph type="title"/>
          </p:nvPr>
        </p:nvSpPr>
        <p:spPr>
          <a:xfrm>
            <a:off x="762000" y="4572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Adaptive Software Development</a:t>
            </a:r>
            <a:endParaRPr/>
          </a:p>
        </p:txBody>
      </p:sp>
      <p:sp>
        <p:nvSpPr>
          <p:cNvPr id="938" name="Google Shape;938;p4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939" name="Google Shape;939;p47"/>
          <p:cNvPicPr preferRelativeResize="0"/>
          <p:nvPr>
            <p:ph idx="1" type="body"/>
          </p:nvPr>
        </p:nvPicPr>
        <p:blipFill rotWithShape="1">
          <a:blip r:embed="rId3">
            <a:alphaModFix/>
          </a:blip>
          <a:srcRect b="0" l="0" r="0" t="0"/>
          <a:stretch/>
        </p:blipFill>
        <p:spPr>
          <a:xfrm>
            <a:off x="685800" y="1447800"/>
            <a:ext cx="7924800" cy="5257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4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Dynamic Systems Development Method</a:t>
            </a:r>
            <a:endParaRPr/>
          </a:p>
        </p:txBody>
      </p:sp>
      <p:sp>
        <p:nvSpPr>
          <p:cNvPr id="945" name="Google Shape;945;p48"/>
          <p:cNvSpPr txBox="1"/>
          <p:nvPr>
            <p:ph idx="1" type="body"/>
          </p:nvPr>
        </p:nvSpPr>
        <p:spPr>
          <a:xfrm>
            <a:off x="304800" y="1981200"/>
            <a:ext cx="85344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Provides a framework for building and maintaining systems which meet </a:t>
            </a:r>
            <a:r>
              <a:rPr b="1" i="0" lang="en-US" sz="2400" u="none">
                <a:solidFill>
                  <a:schemeClr val="dk1"/>
                </a:solidFill>
                <a:latin typeface="Times New Roman"/>
                <a:ea typeface="Times New Roman"/>
                <a:cs typeface="Times New Roman"/>
                <a:sym typeface="Times New Roman"/>
              </a:rPr>
              <a:t>tight time constraints </a:t>
            </a:r>
            <a:r>
              <a:rPr b="0" i="0" lang="en-US" sz="2400" u="none">
                <a:solidFill>
                  <a:schemeClr val="dk1"/>
                </a:solidFill>
                <a:latin typeface="Times New Roman"/>
                <a:ea typeface="Times New Roman"/>
                <a:cs typeface="Times New Roman"/>
                <a:sym typeface="Times New Roman"/>
              </a:rPr>
              <a:t>using incremental prototyping in a controlled environment.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Uses Pareto principle (80% of project can be delivered in 20% required to deliver the entire project)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increment only delivers enough functionality to move to the next increment.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Uses time boxes to fix time and resources to determine how much functionality will be delivered in each increment</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946" name="Google Shape;946;p4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4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distinguishing  features </a:t>
            </a:r>
            <a:endParaRPr/>
          </a:p>
        </p:txBody>
      </p:sp>
      <p:sp>
        <p:nvSpPr>
          <p:cNvPr id="952" name="Google Shape;952;p49"/>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Active user Involvement is Imperative</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Teams Must be Empowered to Make Decisions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Focus on Frequent Delivery</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Fitness for Business is Criterion for Accepted Deliverables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Iterative and Incremental Development is Mandatory</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All Changes During Development Must Be Reversible</a:t>
            </a:r>
            <a:endParaRPr/>
          </a:p>
        </p:txBody>
      </p:sp>
      <p:sp>
        <p:nvSpPr>
          <p:cNvPr id="953" name="Google Shape;953;p4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5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distinguishing  features </a:t>
            </a:r>
            <a:endParaRPr/>
          </a:p>
        </p:txBody>
      </p:sp>
      <p:sp>
        <p:nvSpPr>
          <p:cNvPr id="959" name="Google Shape;959;p50"/>
          <p:cNvSpPr txBox="1"/>
          <p:nvPr>
            <p:ph idx="1" type="body"/>
          </p:nvPr>
        </p:nvSpPr>
        <p:spPr>
          <a:xfrm>
            <a:off x="152400" y="1981200"/>
            <a:ext cx="87630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Requirements are Baselined at High-Level- </a:t>
            </a:r>
            <a:r>
              <a:rPr b="0" i="0" lang="en-US" sz="2400" u="none">
                <a:solidFill>
                  <a:schemeClr val="dk1"/>
                </a:solidFill>
                <a:latin typeface="Times New Roman"/>
                <a:ea typeface="Times New Roman"/>
                <a:cs typeface="Times New Roman"/>
                <a:sym typeface="Times New Roman"/>
              </a:rPr>
              <a:t>to </a:t>
            </a:r>
            <a:r>
              <a:rPr b="1" i="0" lang="en-US" sz="2400" u="none">
                <a:solidFill>
                  <a:schemeClr val="dk1"/>
                </a:solidFill>
                <a:latin typeface="Times New Roman"/>
                <a:ea typeface="Times New Roman"/>
                <a:cs typeface="Times New Roman"/>
                <a:sym typeface="Times New Roman"/>
              </a:rPr>
              <a:t>limit the degree of freedom </a:t>
            </a:r>
            <a:r>
              <a:rPr b="0" i="0" lang="en-US" sz="2400" u="none">
                <a:solidFill>
                  <a:schemeClr val="dk1"/>
                </a:solidFill>
                <a:latin typeface="Times New Roman"/>
                <a:ea typeface="Times New Roman"/>
                <a:cs typeface="Times New Roman"/>
                <a:sym typeface="Times New Roman"/>
              </a:rPr>
              <a:t>to which requirements can be altered during the development process, some high-level requirements need to be established.</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Testing is Integrated Throughout the Lifecycle</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Collaborative and Co-operative Approach-</a:t>
            </a:r>
            <a:r>
              <a:rPr b="0" i="0" lang="en-US" sz="2400" u="none">
                <a:solidFill>
                  <a:schemeClr val="dk1"/>
                </a:solidFill>
                <a:latin typeface="Times New Roman"/>
                <a:ea typeface="Times New Roman"/>
                <a:cs typeface="Times New Roman"/>
                <a:sym typeface="Times New Roman"/>
              </a:rPr>
              <a:t>encouraging collaboration of technical staff and business staff in a project is mandatory during DSDM projects, because co-operation is crucial to succeed in a DSDM project. </a:t>
            </a:r>
            <a:endParaRPr/>
          </a:p>
        </p:txBody>
      </p:sp>
      <p:sp>
        <p:nvSpPr>
          <p:cNvPr id="960" name="Google Shape;960;p5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5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dsdmofagilemethodology.wikidot.com/local--files/start/ass11.PNG" id="966" name="Google Shape;966;p5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life cycle activities</a:t>
            </a:r>
            <a:endParaRPr/>
          </a:p>
        </p:txBody>
      </p:sp>
      <p:sp>
        <p:nvSpPr>
          <p:cNvPr id="972" name="Google Shape;972;p5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Feasibility study</a:t>
            </a:r>
            <a:r>
              <a:rPr b="0" i="0" lang="en-US" sz="2400" u="none">
                <a:solidFill>
                  <a:schemeClr val="dk1"/>
                </a:solidFill>
                <a:latin typeface="Times New Roman"/>
                <a:ea typeface="Times New Roman"/>
                <a:cs typeface="Times New Roman"/>
                <a:sym typeface="Times New Roman"/>
              </a:rPr>
              <a:t>—establishes the </a:t>
            </a:r>
            <a:r>
              <a:rPr b="1" i="0" lang="en-US" sz="2400" u="none">
                <a:solidFill>
                  <a:schemeClr val="dk1"/>
                </a:solidFill>
                <a:latin typeface="Times New Roman"/>
                <a:ea typeface="Times New Roman"/>
                <a:cs typeface="Times New Roman"/>
                <a:sym typeface="Times New Roman"/>
              </a:rPr>
              <a:t>basic business requirements</a:t>
            </a:r>
            <a:r>
              <a:rPr b="0" i="0" lang="en-US" sz="2400" u="none">
                <a:solidFill>
                  <a:schemeClr val="dk1"/>
                </a:solidFill>
                <a:latin typeface="Times New Roman"/>
                <a:ea typeface="Times New Roman"/>
                <a:cs typeface="Times New Roman"/>
                <a:sym typeface="Times New Roman"/>
              </a:rPr>
              <a:t> and constraints associated with the application to be built and then </a:t>
            </a:r>
            <a:r>
              <a:rPr b="1" i="0" lang="en-US" sz="2400" u="none">
                <a:solidFill>
                  <a:schemeClr val="dk1"/>
                </a:solidFill>
                <a:latin typeface="Times New Roman"/>
                <a:ea typeface="Times New Roman"/>
                <a:cs typeface="Times New Roman"/>
                <a:sym typeface="Times New Roman"/>
              </a:rPr>
              <a:t>assesses</a:t>
            </a:r>
            <a:r>
              <a:rPr b="0" i="0" lang="en-US" sz="2400" u="none">
                <a:solidFill>
                  <a:schemeClr val="dk1"/>
                </a:solidFill>
                <a:latin typeface="Times New Roman"/>
                <a:ea typeface="Times New Roman"/>
                <a:cs typeface="Times New Roman"/>
                <a:sym typeface="Times New Roman"/>
              </a:rPr>
              <a:t> whether the application is a viable candidate for the DSDM process</a:t>
            </a:r>
            <a:r>
              <a:rPr b="0" i="0" lang="en-US" sz="3200" u="none">
                <a:solidFill>
                  <a:schemeClr val="dk1"/>
                </a:solidFill>
                <a:latin typeface="Times New Roman"/>
                <a:ea typeface="Times New Roman"/>
                <a:cs typeface="Times New Roman"/>
                <a:sym typeface="Times New Roman"/>
              </a:rPr>
              <a:t>.</a:t>
            </a:r>
            <a:endParaRPr/>
          </a:p>
          <a:p>
            <a:pPr indent="-139700" lvl="0" marL="342900" marR="0" rtl="0" algn="just">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Business study</a:t>
            </a:r>
            <a:r>
              <a:rPr b="0" i="0" lang="en-US" sz="2400" u="none">
                <a:solidFill>
                  <a:schemeClr val="dk1"/>
                </a:solidFill>
                <a:latin typeface="Times New Roman"/>
                <a:ea typeface="Times New Roman"/>
                <a:cs typeface="Times New Roman"/>
                <a:sym typeface="Times New Roman"/>
              </a:rPr>
              <a:t>—establishes the </a:t>
            </a:r>
            <a:r>
              <a:rPr b="1" i="0" lang="en-US" sz="2400" u="none">
                <a:solidFill>
                  <a:schemeClr val="dk1"/>
                </a:solidFill>
                <a:latin typeface="Times New Roman"/>
                <a:ea typeface="Times New Roman"/>
                <a:cs typeface="Times New Roman"/>
                <a:sym typeface="Times New Roman"/>
              </a:rPr>
              <a:t>functional and information requirements</a:t>
            </a:r>
            <a:r>
              <a:rPr b="0" i="0" lang="en-US" sz="2400" u="none">
                <a:solidFill>
                  <a:schemeClr val="dk1"/>
                </a:solidFill>
                <a:latin typeface="Times New Roman"/>
                <a:ea typeface="Times New Roman"/>
                <a:cs typeface="Times New Roman"/>
                <a:sym typeface="Times New Roman"/>
              </a:rPr>
              <a:t> that will allow the application to provide </a:t>
            </a:r>
            <a:r>
              <a:rPr b="1" i="0" lang="en-US" sz="2400" u="none">
                <a:solidFill>
                  <a:schemeClr val="dk1"/>
                </a:solidFill>
                <a:latin typeface="Times New Roman"/>
                <a:ea typeface="Times New Roman"/>
                <a:cs typeface="Times New Roman"/>
                <a:sym typeface="Times New Roman"/>
              </a:rPr>
              <a:t>business value</a:t>
            </a:r>
            <a:endParaRPr/>
          </a:p>
        </p:txBody>
      </p:sp>
      <p:sp>
        <p:nvSpPr>
          <p:cNvPr id="973" name="Google Shape;973;p5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5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life cycle activities</a:t>
            </a:r>
            <a:endParaRPr/>
          </a:p>
        </p:txBody>
      </p:sp>
      <p:sp>
        <p:nvSpPr>
          <p:cNvPr id="979" name="Google Shape;979;p5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Functional model iteration</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produces a set of </a:t>
            </a:r>
            <a:r>
              <a:rPr b="1" i="0" lang="en-US" sz="2400" u="none">
                <a:solidFill>
                  <a:schemeClr val="dk1"/>
                </a:solidFill>
                <a:latin typeface="Times New Roman"/>
                <a:ea typeface="Times New Roman"/>
                <a:cs typeface="Times New Roman"/>
                <a:sym typeface="Times New Roman"/>
              </a:rPr>
              <a:t>incremental prototypes</a:t>
            </a:r>
            <a:r>
              <a:rPr b="0" i="0" lang="en-US" sz="2400" u="none">
                <a:solidFill>
                  <a:schemeClr val="dk1"/>
                </a:solidFill>
                <a:latin typeface="Times New Roman"/>
                <a:ea typeface="Times New Roman"/>
                <a:cs typeface="Times New Roman"/>
                <a:sym typeface="Times New Roman"/>
              </a:rPr>
              <a:t> that demonstrate functionality for the customer. </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Additional requirements</a:t>
            </a:r>
            <a:endParaRPr/>
          </a:p>
          <a:p>
            <a:pPr indent="-3429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Design and build iteration</a:t>
            </a:r>
            <a:r>
              <a:rPr b="0" i="0" lang="en-US" sz="2400" u="none">
                <a:solidFill>
                  <a:schemeClr val="dk1"/>
                </a:solidFill>
                <a:latin typeface="Times New Roman"/>
                <a:ea typeface="Times New Roman"/>
                <a:cs typeface="Times New Roman"/>
                <a:sym typeface="Times New Roman"/>
              </a:rPr>
              <a:t>—</a:t>
            </a:r>
            <a:r>
              <a:rPr b="1" i="0" lang="en-US" sz="2400" u="none">
                <a:solidFill>
                  <a:schemeClr val="dk1"/>
                </a:solidFill>
                <a:latin typeface="Times New Roman"/>
                <a:ea typeface="Times New Roman"/>
                <a:cs typeface="Times New Roman"/>
                <a:sym typeface="Times New Roman"/>
              </a:rPr>
              <a:t>revisits prototypes </a:t>
            </a:r>
            <a:r>
              <a:rPr b="0" i="0" lang="en-US" sz="2400" u="none">
                <a:solidFill>
                  <a:schemeClr val="dk1"/>
                </a:solidFill>
                <a:latin typeface="Times New Roman"/>
                <a:ea typeface="Times New Roman"/>
                <a:cs typeface="Times New Roman"/>
                <a:sym typeface="Times New Roman"/>
              </a:rPr>
              <a:t>built during functional model iteration to ensure that each has been engineered in a manner that will enable it to provide operational business value for end users                                       </a:t>
            </a:r>
            <a:endParaRPr/>
          </a:p>
        </p:txBody>
      </p:sp>
      <p:sp>
        <p:nvSpPr>
          <p:cNvPr id="980" name="Google Shape;980;p5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5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life cycle activities</a:t>
            </a:r>
            <a:endParaRPr/>
          </a:p>
        </p:txBody>
      </p:sp>
      <p:sp>
        <p:nvSpPr>
          <p:cNvPr id="986" name="Google Shape;986;p5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Implementation</a:t>
            </a:r>
            <a:r>
              <a:rPr b="0" i="0" lang="en-US" sz="2400" u="none">
                <a:solidFill>
                  <a:schemeClr val="dk1"/>
                </a:solidFill>
                <a:latin typeface="Times New Roman"/>
                <a:ea typeface="Times New Roman"/>
                <a:cs typeface="Times New Roman"/>
                <a:sym typeface="Times New Roman"/>
              </a:rPr>
              <a:t>—places the </a:t>
            </a:r>
            <a:r>
              <a:rPr b="1" i="0" lang="en-US" sz="2400" u="none">
                <a:solidFill>
                  <a:schemeClr val="dk1"/>
                </a:solidFill>
                <a:latin typeface="Times New Roman"/>
                <a:ea typeface="Times New Roman"/>
                <a:cs typeface="Times New Roman"/>
                <a:sym typeface="Times New Roman"/>
              </a:rPr>
              <a:t>latest software increment </a:t>
            </a:r>
            <a:r>
              <a:rPr b="0" i="0" lang="en-US" sz="2400" u="none">
                <a:solidFill>
                  <a:schemeClr val="dk1"/>
                </a:solidFill>
                <a:latin typeface="Times New Roman"/>
                <a:ea typeface="Times New Roman"/>
                <a:cs typeface="Times New Roman"/>
                <a:sym typeface="Times New Roman"/>
              </a:rPr>
              <a:t>(an “operationalized” prototype) into the operational environment. </a:t>
            </a:r>
            <a:endParaRPr/>
          </a:p>
        </p:txBody>
      </p:sp>
      <p:sp>
        <p:nvSpPr>
          <p:cNvPr id="987" name="Google Shape;987;p5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55"/>
          <p:cNvSpPr txBox="1"/>
          <p:nvPr>
            <p:ph type="title"/>
          </p:nvPr>
        </p:nvSpPr>
        <p:spPr>
          <a:xfrm>
            <a:off x="762000" y="1524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993" name="Google Shape;993;p55"/>
          <p:cNvSpPr txBox="1"/>
          <p:nvPr>
            <p:ph idx="1" type="body"/>
          </p:nvPr>
        </p:nvSpPr>
        <p:spPr>
          <a:xfrm>
            <a:off x="685800" y="1219200"/>
            <a:ext cx="77724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Scrum Principles</a:t>
            </a:r>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Scrum's goal is facilitating the self-organization of the team so that it can adapt to</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the specifics of the project and</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their changes over time</a:t>
            </a:r>
            <a:endParaRPr/>
          </a:p>
          <a:p>
            <a:pPr indent="-215900" lvl="0" marL="342900" marR="0" rtl="0" algn="l">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Scrum is an </a:t>
            </a:r>
            <a:r>
              <a:rPr b="0" i="0" lang="en-US" sz="2000" u="none">
                <a:solidFill>
                  <a:schemeClr val="dk2"/>
                </a:solidFill>
                <a:latin typeface="Times New Roman"/>
                <a:ea typeface="Times New Roman"/>
                <a:cs typeface="Times New Roman"/>
                <a:sym typeface="Times New Roman"/>
              </a:rPr>
              <a:t>agile software development process</a:t>
            </a:r>
            <a:r>
              <a:rPr b="0" i="0" lang="en-US" sz="2000" u="none">
                <a:solidFill>
                  <a:schemeClr val="dk1"/>
                </a:solidFill>
                <a:latin typeface="Times New Roman"/>
                <a:ea typeface="Times New Roman"/>
                <a:cs typeface="Times New Roman"/>
                <a:sym typeface="Times New Roman"/>
              </a:rPr>
              <a:t> model based on multiple </a:t>
            </a:r>
            <a:r>
              <a:rPr b="1" i="0" lang="en-US" sz="2000" u="none">
                <a:solidFill>
                  <a:schemeClr val="dk1"/>
                </a:solidFill>
                <a:latin typeface="Times New Roman"/>
                <a:ea typeface="Times New Roman"/>
                <a:cs typeface="Times New Roman"/>
                <a:sym typeface="Times New Roman"/>
              </a:rPr>
              <a:t>small teams</a:t>
            </a:r>
            <a:r>
              <a:rPr b="0" i="0" lang="en-US" sz="2000" u="none">
                <a:solidFill>
                  <a:schemeClr val="dk1"/>
                </a:solidFill>
                <a:latin typeface="Times New Roman"/>
                <a:ea typeface="Times New Roman"/>
                <a:cs typeface="Times New Roman"/>
                <a:sym typeface="Times New Roman"/>
              </a:rPr>
              <a:t> working in an </a:t>
            </a:r>
            <a:r>
              <a:rPr b="1" i="0" lang="en-US" sz="2000" u="none">
                <a:solidFill>
                  <a:schemeClr val="dk1"/>
                </a:solidFill>
                <a:latin typeface="Times New Roman"/>
                <a:ea typeface="Times New Roman"/>
                <a:cs typeface="Times New Roman"/>
                <a:sym typeface="Times New Roman"/>
              </a:rPr>
              <a:t>intensive and interdependent manner.</a:t>
            </a:r>
            <a:r>
              <a:rPr b="0" i="0" lang="en-US" sz="2000" u="none">
                <a:solidFill>
                  <a:schemeClr val="dk1"/>
                </a:solidFill>
                <a:latin typeface="Times New Roman"/>
                <a:ea typeface="Times New Roman"/>
                <a:cs typeface="Times New Roman"/>
                <a:sym typeface="Times New Roman"/>
              </a:rPr>
              <a:t> </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Process must be </a:t>
            </a:r>
            <a:r>
              <a:rPr b="1" i="0" lang="en-US" sz="2000" u="none">
                <a:solidFill>
                  <a:schemeClr val="dk1"/>
                </a:solidFill>
                <a:latin typeface="Times New Roman"/>
                <a:ea typeface="Times New Roman"/>
                <a:cs typeface="Times New Roman"/>
                <a:sym typeface="Times New Roman"/>
              </a:rPr>
              <a:t>adaptable to both technical and business challenges</a:t>
            </a:r>
            <a:r>
              <a:rPr b="0" i="0" lang="en-US" sz="2000" u="none">
                <a:solidFill>
                  <a:schemeClr val="dk1"/>
                </a:solidFill>
                <a:latin typeface="Times New Roman"/>
                <a:ea typeface="Times New Roman"/>
                <a:cs typeface="Times New Roman"/>
                <a:sym typeface="Times New Roman"/>
              </a:rPr>
              <a:t> to ensure best product produced.</a:t>
            </a:r>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Process yields </a:t>
            </a:r>
            <a:r>
              <a:rPr b="1" i="0" lang="en-US" sz="2000" u="none">
                <a:solidFill>
                  <a:schemeClr val="dk1"/>
                </a:solidFill>
                <a:latin typeface="Times New Roman"/>
                <a:ea typeface="Times New Roman"/>
                <a:cs typeface="Times New Roman"/>
                <a:sym typeface="Times New Roman"/>
              </a:rPr>
              <a:t>frequent increments </a:t>
            </a:r>
            <a:r>
              <a:rPr b="0" i="0" lang="en-US" sz="2000" u="none">
                <a:solidFill>
                  <a:schemeClr val="dk1"/>
                </a:solidFill>
                <a:latin typeface="Times New Roman"/>
                <a:ea typeface="Times New Roman"/>
                <a:cs typeface="Times New Roman"/>
                <a:sym typeface="Times New Roman"/>
              </a:rPr>
              <a:t>that can be inspected, adjusted, tested, documented and built on</a:t>
            </a:r>
            <a:endParaRPr/>
          </a:p>
          <a:p>
            <a:pPr indent="-215900" lvl="0" marL="342900" marR="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
        <p:nvSpPr>
          <p:cNvPr id="994" name="Google Shape;994;p5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5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00" name="Google Shape;1000;p5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1" marL="342900" marR="0" rtl="0" algn="l">
              <a:lnSpc>
                <a:spcPct val="10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Development work is partitioned into “</a:t>
            </a:r>
            <a:r>
              <a:rPr b="0" i="0" lang="en-US" sz="2800" u="none" cap="none" strike="noStrike">
                <a:solidFill>
                  <a:srgbClr val="262626"/>
                </a:solidFill>
                <a:latin typeface="Times New Roman"/>
                <a:ea typeface="Times New Roman"/>
                <a:cs typeface="Times New Roman"/>
                <a:sym typeface="Times New Roman"/>
              </a:rPr>
              <a:t>packets</a:t>
            </a:r>
            <a:r>
              <a:rPr b="0" i="0" lang="en-US" sz="2800" u="none" cap="none" strike="noStrike">
                <a:solidFill>
                  <a:schemeClr val="dk1"/>
                </a:solidFill>
                <a:latin typeface="Times New Roman"/>
                <a:ea typeface="Times New Roman"/>
                <a:cs typeface="Times New Roman"/>
                <a:sym typeface="Times New Roman"/>
              </a:rPr>
              <a:t>”</a:t>
            </a:r>
            <a:endParaRPr/>
          </a:p>
          <a:p>
            <a:pPr indent="-165100" lvl="1" marL="342900" marR="0" rtl="0" algn="l">
              <a:lnSpc>
                <a:spcPct val="100000"/>
              </a:lnSpc>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Testing and documentation are on-going as the product is constructed.</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Work occurs in “sprints” and is derived from a “backlog” of existing requirements.</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001" name="Google Shape;1001;p5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5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07" name="Google Shape;1007;p57"/>
          <p:cNvSpPr txBox="1"/>
          <p:nvPr>
            <p:ph idx="1" type="body"/>
          </p:nvPr>
        </p:nvSpPr>
        <p:spPr>
          <a:xfrm>
            <a:off x="685800" y="1676400"/>
            <a:ext cx="7772400" cy="4419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Backlog</a:t>
            </a:r>
            <a:r>
              <a:rPr b="0" i="0" lang="en-US" sz="32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Times New Roman"/>
                <a:ea typeface="Times New Roman"/>
                <a:cs typeface="Times New Roman"/>
                <a:sym typeface="Times New Roman"/>
              </a:rPr>
              <a:t>prioritized list of project requirements.</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Times New Roman"/>
                <a:ea typeface="Times New Roman"/>
                <a:cs typeface="Times New Roman"/>
                <a:sym typeface="Times New Roman"/>
              </a:rPr>
              <a:t>Items can be added to the backlog.</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Times New Roman"/>
                <a:ea typeface="Times New Roman"/>
                <a:cs typeface="Times New Roman"/>
                <a:sym typeface="Times New Roman"/>
              </a:rPr>
              <a:t>Updates priorities.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Sprints</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consist of work units that are required to achieve a requirement defined in the backlog that must be fit into a predefined time-box.</a:t>
            </a:r>
            <a:endParaRPr/>
          </a:p>
        </p:txBody>
      </p:sp>
      <p:sp>
        <p:nvSpPr>
          <p:cNvPr id="1008" name="Google Shape;1008;p5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5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14" name="Google Shape;1014;p58"/>
          <p:cNvSpPr txBox="1"/>
          <p:nvPr>
            <p:ph idx="1" type="body"/>
          </p:nvPr>
        </p:nvSpPr>
        <p:spPr>
          <a:xfrm>
            <a:off x="685800" y="1752600"/>
            <a:ext cx="77724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Sprint</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Changes are not allowed during sprint.</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Allows team members to work in short and stable environment.</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Scrum meetings</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are short (typically 15 minutes) meetings held daily by the Scrum team to check the progress of ongoing work.</a:t>
            </a:r>
            <a:endParaRPr/>
          </a:p>
        </p:txBody>
      </p:sp>
      <p:sp>
        <p:nvSpPr>
          <p:cNvPr id="1015" name="Google Shape;1015;p5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5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21" name="Google Shape;1021;p59"/>
          <p:cNvSpPr txBox="1"/>
          <p:nvPr>
            <p:ph idx="1" type="body"/>
          </p:nvPr>
        </p:nvSpPr>
        <p:spPr>
          <a:xfrm>
            <a:off x="228600" y="1676400"/>
            <a:ext cx="8534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Demos</a:t>
            </a:r>
            <a:endParaRPr/>
          </a:p>
          <a:p>
            <a:pPr indent="-342900" lvl="0" marL="34290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deliver the software increment to the customer so that functionality that has been implemented can be </a:t>
            </a:r>
            <a:r>
              <a:rPr b="1" i="0" lang="en-US" sz="2800" u="none">
                <a:solidFill>
                  <a:schemeClr val="dk1"/>
                </a:solidFill>
                <a:latin typeface="Times New Roman"/>
                <a:ea typeface="Times New Roman"/>
                <a:cs typeface="Times New Roman"/>
                <a:sym typeface="Times New Roman"/>
              </a:rPr>
              <a:t>demonstrated and evaluated by the customer.</a:t>
            </a:r>
            <a:endParaRPr/>
          </a:p>
          <a:p>
            <a:pPr indent="-342900" lvl="0" marL="34290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May not contain all planned functions but delivery within time-box.</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Scrum process patterns enable a software team to work successfully in a world where the elimination of uncertainty is impossible.</a:t>
            </a:r>
            <a:endParaRPr/>
          </a:p>
        </p:txBody>
      </p:sp>
      <p:sp>
        <p:nvSpPr>
          <p:cNvPr id="1022" name="Google Shape;1022;p5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6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www.innovapptive.com/blog/wp-content/uploads/2013/10/agile_scrum_methodology.jpg" id="1028" name="Google Shape;1028;p60"/>
          <p:cNvPicPr preferRelativeResize="0"/>
          <p:nvPr/>
        </p:nvPicPr>
        <p:blipFill rotWithShape="1">
          <a:blip r:embed="rId3">
            <a:alphaModFix/>
          </a:blip>
          <a:srcRect b="0" l="0" r="0" t="0"/>
          <a:stretch/>
        </p:blipFill>
        <p:spPr>
          <a:xfrm>
            <a:off x="133350" y="457200"/>
            <a:ext cx="8839200" cy="62484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61"/>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Crystal</a:t>
            </a:r>
            <a:endParaRPr/>
          </a:p>
        </p:txBody>
      </p:sp>
      <p:sp>
        <p:nvSpPr>
          <p:cNvPr id="1034" name="Google Shape;1034;p61"/>
          <p:cNvSpPr txBox="1"/>
          <p:nvPr>
            <p:ph idx="1" type="body"/>
          </p:nvPr>
        </p:nvSpPr>
        <p:spPr>
          <a:xfrm>
            <a:off x="685800" y="1371600"/>
            <a:ext cx="7772400" cy="5029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Crystal is meant to be a </a:t>
            </a:r>
            <a:r>
              <a:rPr b="1" i="0" lang="en-US" sz="2800" u="none">
                <a:solidFill>
                  <a:schemeClr val="dk1"/>
                </a:solidFill>
                <a:latin typeface="Times New Roman"/>
                <a:ea typeface="Times New Roman"/>
                <a:cs typeface="Times New Roman"/>
                <a:sym typeface="Times New Roman"/>
              </a:rPr>
              <a:t>family of methods </a:t>
            </a:r>
            <a:r>
              <a:rPr b="0" i="0" lang="en-US" sz="2800" u="none">
                <a:solidFill>
                  <a:schemeClr val="dk1"/>
                </a:solidFill>
                <a:latin typeface="Times New Roman"/>
                <a:ea typeface="Times New Roman"/>
                <a:cs typeface="Times New Roman"/>
                <a:sym typeface="Times New Roman"/>
              </a:rPr>
              <a:t>for </a:t>
            </a:r>
            <a:r>
              <a:rPr b="1" i="0" lang="en-US" sz="2800" u="none">
                <a:solidFill>
                  <a:schemeClr val="dk1"/>
                </a:solidFill>
                <a:latin typeface="Times New Roman"/>
                <a:ea typeface="Times New Roman"/>
                <a:cs typeface="Times New Roman"/>
                <a:sym typeface="Times New Roman"/>
              </a:rPr>
              <a:t>different project sizes </a:t>
            </a:r>
            <a:r>
              <a:rPr b="0" i="0" lang="en-US" sz="2800" u="none">
                <a:solidFill>
                  <a:schemeClr val="dk1"/>
                </a:solidFill>
                <a:latin typeface="Times New Roman"/>
                <a:ea typeface="Times New Roman"/>
                <a:cs typeface="Times New Roman"/>
                <a:sym typeface="Times New Roman"/>
              </a:rPr>
              <a:t>and criticalities.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Crystal methodology is one of the most </a:t>
            </a:r>
            <a:r>
              <a:rPr b="1" i="0" lang="en-US" sz="2800" u="none">
                <a:solidFill>
                  <a:schemeClr val="dk1"/>
                </a:solidFill>
                <a:latin typeface="Times New Roman"/>
                <a:ea typeface="Times New Roman"/>
                <a:cs typeface="Times New Roman"/>
                <a:sym typeface="Times New Roman"/>
              </a:rPr>
              <a:t>lightweight, adaptable </a:t>
            </a:r>
            <a:r>
              <a:rPr b="0" i="0" lang="en-US" sz="2800" u="none">
                <a:solidFill>
                  <a:schemeClr val="dk1"/>
                </a:solidFill>
                <a:latin typeface="Times New Roman"/>
                <a:ea typeface="Times New Roman"/>
                <a:cs typeface="Times New Roman"/>
                <a:sym typeface="Times New Roman"/>
              </a:rPr>
              <a:t>approaches to software development. </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Crystal is actually comprised of a </a:t>
            </a:r>
            <a:r>
              <a:rPr b="1" i="0" lang="en-US" sz="2800" u="none">
                <a:solidFill>
                  <a:schemeClr val="dk1"/>
                </a:solidFill>
                <a:latin typeface="Times New Roman"/>
                <a:ea typeface="Times New Roman"/>
                <a:cs typeface="Times New Roman"/>
                <a:sym typeface="Times New Roman"/>
              </a:rPr>
              <a:t>family of agile methodologies</a:t>
            </a:r>
            <a:r>
              <a:rPr b="0" i="0" lang="en-US" sz="2800" u="none">
                <a:solidFill>
                  <a:schemeClr val="dk1"/>
                </a:solidFill>
                <a:latin typeface="Times New Roman"/>
                <a:ea typeface="Times New Roman"/>
                <a:cs typeface="Times New Roman"/>
                <a:sym typeface="Times New Roman"/>
              </a:rPr>
              <a:t>, whose unique characteristics are driven by several factors such as </a:t>
            </a:r>
            <a:r>
              <a:rPr b="1" i="0" lang="en-US" sz="2800" u="none">
                <a:solidFill>
                  <a:schemeClr val="dk1"/>
                </a:solidFill>
                <a:latin typeface="Times New Roman"/>
                <a:ea typeface="Times New Roman"/>
                <a:cs typeface="Times New Roman"/>
                <a:sym typeface="Times New Roman"/>
              </a:rPr>
              <a:t>team size, system criticality, and project priorities.</a:t>
            </a:r>
            <a:endParaRPr/>
          </a:p>
        </p:txBody>
      </p:sp>
      <p:sp>
        <p:nvSpPr>
          <p:cNvPr id="1035" name="Google Shape;1035;p6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6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Crystal</a:t>
            </a:r>
            <a:endParaRPr/>
          </a:p>
        </p:txBody>
      </p:sp>
      <p:sp>
        <p:nvSpPr>
          <p:cNvPr id="1041" name="Google Shape;1041;p6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Key characteristics of Crystal include </a:t>
            </a:r>
            <a:r>
              <a:rPr b="1" i="0" lang="en-US" sz="2400" u="none">
                <a:solidFill>
                  <a:schemeClr val="dk1"/>
                </a:solidFill>
                <a:latin typeface="Times New Roman"/>
                <a:ea typeface="Times New Roman"/>
                <a:cs typeface="Times New Roman"/>
                <a:sym typeface="Times New Roman"/>
              </a:rPr>
              <a:t>teamwork, communication, and simplicity</a:t>
            </a:r>
            <a:r>
              <a:rPr b="0" i="0" lang="en-US" sz="2400" u="none">
                <a:solidFill>
                  <a:schemeClr val="dk1"/>
                </a:solidFill>
                <a:latin typeface="Times New Roman"/>
                <a:ea typeface="Times New Roman"/>
                <a:cs typeface="Times New Roman"/>
                <a:sym typeface="Times New Roman"/>
              </a:rPr>
              <a:t>, as well as reflection to frequently adjust and improve the process.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primary goal of </a:t>
            </a:r>
            <a:r>
              <a:rPr b="1" i="0" lang="en-US" sz="2400" u="none">
                <a:solidFill>
                  <a:schemeClr val="dk1"/>
                </a:solidFill>
                <a:latin typeface="Times New Roman"/>
                <a:ea typeface="Times New Roman"/>
                <a:cs typeface="Times New Roman"/>
                <a:sym typeface="Times New Roman"/>
              </a:rPr>
              <a:t>delivering useful</a:t>
            </a:r>
            <a:r>
              <a:rPr b="0" i="0" lang="en-US" sz="2400" u="none">
                <a:solidFill>
                  <a:schemeClr val="dk1"/>
                </a:solidFill>
                <a:latin typeface="Times New Roman"/>
                <a:ea typeface="Times New Roman"/>
                <a:cs typeface="Times New Roman"/>
                <a:sym typeface="Times New Roman"/>
              </a:rPr>
              <a:t>, working software and a secondary goal of setting up for the next game</a:t>
            </a:r>
            <a:endParaRPr/>
          </a:p>
        </p:txBody>
      </p:sp>
      <p:sp>
        <p:nvSpPr>
          <p:cNvPr id="1042" name="Google Shape;1042;p6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6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s://media.licdn.com/mpr/mpr/shrinknp_800_800/AAEAAQAAAAAAAAZkAAAAJDA1ZjRkMzUyLTM4YzUtNDI3Mi1hODUyLWZmM2UzMzliNjI4Ng.jpg" id="1048" name="Google Shape;1048;p63"/>
          <p:cNvPicPr preferRelativeResize="0"/>
          <p:nvPr/>
        </p:nvPicPr>
        <p:blipFill rotWithShape="1">
          <a:blip r:embed="rId3">
            <a:alphaModFix/>
          </a:blip>
          <a:srcRect b="0" l="0" r="0" t="0"/>
          <a:stretch/>
        </p:blipFill>
        <p:spPr>
          <a:xfrm>
            <a:off x="76200" y="609600"/>
            <a:ext cx="8839200" cy="60198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64"/>
          <p:cNvSpPr txBox="1"/>
          <p:nvPr>
            <p:ph type="title"/>
          </p:nvPr>
        </p:nvSpPr>
        <p:spPr>
          <a:xfrm>
            <a:off x="685800" y="3810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54" name="Google Shape;1054;p64"/>
          <p:cNvSpPr txBox="1"/>
          <p:nvPr>
            <p:ph idx="1" type="body"/>
          </p:nvPr>
        </p:nvSpPr>
        <p:spPr>
          <a:xfrm>
            <a:off x="685800" y="1447800"/>
            <a:ext cx="77724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FDD—distinguishing features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Emphasis is on defining “features”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a feature “is a client-valued function that can be implemented in two weeks or less.”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feature is a small, client-valued function expressed in the form &lt;action&gt;&lt;result&gt;&lt;object&gt;. </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features list is created and “plan by feature” is conducted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Design and construction merge in FDD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Emphasizes collaboration among team members</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055" name="Google Shape;1055;p6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65"/>
          <p:cNvSpPr txBox="1"/>
          <p:nvPr>
            <p:ph type="title"/>
          </p:nvPr>
        </p:nvSpPr>
        <p:spPr>
          <a:xfrm>
            <a:off x="685800" y="609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61" name="Google Shape;1061;p65"/>
          <p:cNvSpPr txBox="1"/>
          <p:nvPr>
            <p:ph idx="1" type="body"/>
          </p:nvPr>
        </p:nvSpPr>
        <p:spPr>
          <a:xfrm>
            <a:off x="685800" y="1600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Manages problem and project complexity using feature-based decomposition followed integration of software increments.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Technical communication using verbal, graphical, and textual means.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Software quality encouraged by using incremental development, design and code inspections, SQA audits, metric collection, and use of patterns (analysis, design, construction)</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062" name="Google Shape;1062;p6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6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68" name="Google Shape;1068;p6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Develop overall model </a:t>
            </a:r>
            <a:r>
              <a:rPr b="0" i="0" lang="en-US" sz="2800" u="none">
                <a:solidFill>
                  <a:schemeClr val="dk1"/>
                </a:solidFill>
                <a:latin typeface="Times New Roman"/>
                <a:ea typeface="Times New Roman"/>
                <a:cs typeface="Times New Roman"/>
                <a:sym typeface="Times New Roman"/>
              </a:rPr>
              <a:t>(contains set of classes depicting business model of application to be built)</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Build features list </a:t>
            </a:r>
            <a:r>
              <a:rPr b="0" i="0" lang="en-US" sz="2800" u="none">
                <a:solidFill>
                  <a:schemeClr val="dk1"/>
                </a:solidFill>
                <a:latin typeface="Times New Roman"/>
                <a:ea typeface="Times New Roman"/>
                <a:cs typeface="Times New Roman"/>
                <a:sym typeface="Times New Roman"/>
              </a:rPr>
              <a:t>(features extracted from domain model, features are categorized and prioritized, work is broken up into two week chunks)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069" name="Google Shape;1069;p6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6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75" name="Google Shape;1075;p67"/>
          <p:cNvSpPr txBox="1"/>
          <p:nvPr>
            <p:ph idx="1" type="body"/>
          </p:nvPr>
        </p:nvSpPr>
        <p:spPr>
          <a:xfrm>
            <a:off x="152400" y="1981200"/>
            <a:ext cx="88392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Plan by feature </a:t>
            </a:r>
            <a:r>
              <a:rPr b="0" i="0" lang="en-US" sz="2400" u="none">
                <a:solidFill>
                  <a:schemeClr val="dk1"/>
                </a:solidFill>
                <a:latin typeface="Times New Roman"/>
                <a:ea typeface="Times New Roman"/>
                <a:cs typeface="Times New Roman"/>
                <a:sym typeface="Times New Roman"/>
              </a:rPr>
              <a:t>(features assessed based on priority, effort, technical issues, schedule dependencies)</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Design by feature </a:t>
            </a:r>
            <a:r>
              <a:rPr b="0" i="0" lang="en-US" sz="2400" u="none">
                <a:solidFill>
                  <a:schemeClr val="dk1"/>
                </a:solidFill>
                <a:latin typeface="Times New Roman"/>
                <a:ea typeface="Times New Roman"/>
                <a:cs typeface="Times New Roman"/>
                <a:sym typeface="Times New Roman"/>
              </a:rPr>
              <a:t>(classes relevant to feature are choosen, class and method prologs are written, preliminary design detail developed, owner assigned to each class, owner responsible for maintaining design document for his or her own work packages)</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Build by feature </a:t>
            </a:r>
            <a:r>
              <a:rPr b="0" i="0" lang="en-US" sz="2400" u="none">
                <a:solidFill>
                  <a:schemeClr val="dk1"/>
                </a:solidFill>
                <a:latin typeface="Times New Roman"/>
                <a:ea typeface="Times New Roman"/>
                <a:cs typeface="Times New Roman"/>
                <a:sym typeface="Times New Roman"/>
              </a:rPr>
              <a:t>(class owner translates design into source code and performs unit testing, integration performed by chief programmer)</a:t>
            </a:r>
            <a:endParaRPr/>
          </a:p>
        </p:txBody>
      </p:sp>
      <p:sp>
        <p:nvSpPr>
          <p:cNvPr id="1076" name="Google Shape;1076;p6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6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agilemodeling.com/images/lifecycleFDD.gif" id="1082" name="Google Shape;1082;p68"/>
          <p:cNvPicPr preferRelativeResize="0"/>
          <p:nvPr/>
        </p:nvPicPr>
        <p:blipFill rotWithShape="1">
          <a:blip r:embed="rId3">
            <a:alphaModFix/>
          </a:blip>
          <a:srcRect b="0" l="0" r="0" t="0"/>
          <a:stretch/>
        </p:blipFill>
        <p:spPr>
          <a:xfrm>
            <a:off x="0" y="0"/>
            <a:ext cx="9144000" cy="66294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6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Modeling</a:t>
            </a:r>
            <a:endParaRPr/>
          </a:p>
        </p:txBody>
      </p:sp>
      <p:sp>
        <p:nvSpPr>
          <p:cNvPr id="1088" name="Google Shape;1088;p6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Agile Modeling (AM) is a practice-based methodology for effective modeling and documentation of software-based systems.</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089" name="Google Shape;1089;p6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70"/>
          <p:cNvSpPr txBox="1"/>
          <p:nvPr>
            <p:ph type="title"/>
          </p:nvPr>
        </p:nvSpPr>
        <p:spPr>
          <a:xfrm>
            <a:off x="685800" y="3048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Modeling</a:t>
            </a:r>
            <a:endParaRPr/>
          </a:p>
        </p:txBody>
      </p:sp>
      <p:sp>
        <p:nvSpPr>
          <p:cNvPr id="1095" name="Google Shape;1095;p70"/>
          <p:cNvSpPr txBox="1"/>
          <p:nvPr>
            <p:ph idx="1" type="body"/>
          </p:nvPr>
        </p:nvSpPr>
        <p:spPr>
          <a:xfrm>
            <a:off x="381000" y="1447800"/>
            <a:ext cx="85344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Modeling principles</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Model with a purpose: </a:t>
            </a:r>
            <a:r>
              <a:rPr b="0" i="0" lang="en-US" sz="2800" u="none">
                <a:solidFill>
                  <a:schemeClr val="dk1"/>
                </a:solidFill>
                <a:latin typeface="Times New Roman"/>
                <a:ea typeface="Times New Roman"/>
                <a:cs typeface="Times New Roman"/>
                <a:sym typeface="Times New Roman"/>
              </a:rPr>
              <a:t>A developer who uses AM should have a specific goal in mind before creating the model.</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Use multiple models: </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There are many different models and notations that can be used to describe software.</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Only a small subset is essential for most projects.</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Travel light. </a:t>
            </a:r>
            <a:r>
              <a:rPr b="0" i="0" lang="en-US" sz="2800" u="none">
                <a:solidFill>
                  <a:schemeClr val="dk1"/>
                </a:solidFill>
                <a:latin typeface="Times New Roman"/>
                <a:ea typeface="Times New Roman"/>
                <a:cs typeface="Times New Roman"/>
                <a:sym typeface="Times New Roman"/>
              </a:rPr>
              <a:t>As software engineering work proceeds, keep only those models that will provide long-term value for designing various applications.</a:t>
            </a:r>
            <a:endParaRPr/>
          </a:p>
        </p:txBody>
      </p:sp>
      <p:sp>
        <p:nvSpPr>
          <p:cNvPr id="1096" name="Google Shape;1096;p7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71"/>
          <p:cNvSpPr txBox="1"/>
          <p:nvPr>
            <p:ph type="title"/>
          </p:nvPr>
        </p:nvSpPr>
        <p:spPr>
          <a:xfrm>
            <a:off x="685800" y="3810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Modeling</a:t>
            </a:r>
            <a:endParaRPr/>
          </a:p>
        </p:txBody>
      </p:sp>
      <p:sp>
        <p:nvSpPr>
          <p:cNvPr id="1102" name="Google Shape;1102;p71"/>
          <p:cNvSpPr txBox="1"/>
          <p:nvPr>
            <p:ph idx="1" type="body"/>
          </p:nvPr>
        </p:nvSpPr>
        <p:spPr>
          <a:xfrm>
            <a:off x="152400" y="1295400"/>
            <a:ext cx="8839200" cy="5410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Content is more important than representation. </a:t>
            </a:r>
            <a:r>
              <a:rPr b="0" i="0" lang="en-US" sz="2800" u="none">
                <a:solidFill>
                  <a:schemeClr val="dk1"/>
                </a:solidFill>
                <a:latin typeface="Times New Roman"/>
                <a:ea typeface="Times New Roman"/>
                <a:cs typeface="Times New Roman"/>
                <a:sym typeface="Times New Roman"/>
              </a:rPr>
              <a:t>Modeling should impart information to its intended audience.</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Know the models and the tools you use to create them. </a:t>
            </a:r>
            <a:r>
              <a:rPr b="0" i="0" lang="en-US" sz="2800" u="none">
                <a:solidFill>
                  <a:schemeClr val="dk1"/>
                </a:solidFill>
                <a:latin typeface="Times New Roman"/>
                <a:ea typeface="Times New Roman"/>
                <a:cs typeface="Times New Roman"/>
                <a:sym typeface="Times New Roman"/>
              </a:rPr>
              <a:t>Understand the strengths and weaknesses of each model and the tools that are used to create it.</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Adapt locally. </a:t>
            </a:r>
            <a:r>
              <a:rPr b="0" i="0" lang="en-US" sz="2800" u="none">
                <a:solidFill>
                  <a:schemeClr val="dk1"/>
                </a:solidFill>
                <a:latin typeface="Times New Roman"/>
                <a:ea typeface="Times New Roman"/>
                <a:cs typeface="Times New Roman"/>
                <a:sym typeface="Times New Roman"/>
              </a:rPr>
              <a:t>The modeling approach should be adapted to the needs of the agile team.</a:t>
            </a:r>
            <a:endParaRPr/>
          </a:p>
        </p:txBody>
      </p:sp>
      <p:sp>
        <p:nvSpPr>
          <p:cNvPr id="1103" name="Google Shape;1103;p7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7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09" name="Google Shape;1109;p72"/>
          <p:cNvSpPr txBox="1"/>
          <p:nvPr>
            <p:ph type="title"/>
          </p:nvPr>
        </p:nvSpPr>
        <p:spPr>
          <a:xfrm>
            <a:off x="1381125" y="274637"/>
            <a:ext cx="6392862" cy="735012"/>
          </a:xfrm>
          <a:prstGeom prst="rect">
            <a:avLst/>
          </a:prstGeom>
          <a:noFill/>
          <a:ln>
            <a:noFill/>
          </a:ln>
        </p:spPr>
        <p:txBody>
          <a:bodyPr anchorCtr="0" anchor="t" bIns="28575" lIns="71425" spcFirstLastPara="1" rIns="71425" wrap="square" tIns="28575">
            <a:sp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 Good Manager Measures</a:t>
            </a:r>
            <a:endParaRPr/>
          </a:p>
        </p:txBody>
      </p:sp>
      <p:sp>
        <p:nvSpPr>
          <p:cNvPr id="1110" name="Google Shape;1110;p72"/>
          <p:cNvSpPr/>
          <p:nvPr/>
        </p:nvSpPr>
        <p:spPr>
          <a:xfrm>
            <a:off x="2387600" y="1581150"/>
            <a:ext cx="2730500" cy="2228850"/>
          </a:xfrm>
          <a:prstGeom prst="ellipse">
            <a:avLst/>
          </a:prstGeom>
          <a:solidFill>
            <a:srgbClr val="D7FA7E"/>
          </a:solidFill>
          <a:ln>
            <a:noFill/>
          </a:ln>
          <a:effectLst>
            <a:outerShdw blurRad="63500" dir="2700000" dist="5388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1" name="Google Shape;1111;p72"/>
          <p:cNvSpPr/>
          <p:nvPr/>
        </p:nvSpPr>
        <p:spPr>
          <a:xfrm>
            <a:off x="2387600" y="1581150"/>
            <a:ext cx="2730500" cy="2228850"/>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2" name="Google Shape;1112;p72"/>
          <p:cNvSpPr txBox="1"/>
          <p:nvPr/>
        </p:nvSpPr>
        <p:spPr>
          <a:xfrm>
            <a:off x="3784600" y="3538537"/>
            <a:ext cx="2044700" cy="2228850"/>
          </a:xfrm>
          <a:prstGeom prst="rect">
            <a:avLst/>
          </a:prstGeom>
          <a:solidFill>
            <a:schemeClr val="hlink"/>
          </a:solidFill>
          <a:ln>
            <a:noFill/>
          </a:ln>
          <a:effectLst>
            <a:outerShdw blurRad="63500" dir="2700000" dist="5388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3" name="Google Shape;1113;p72"/>
          <p:cNvSpPr txBox="1"/>
          <p:nvPr/>
        </p:nvSpPr>
        <p:spPr>
          <a:xfrm>
            <a:off x="3784600" y="3538537"/>
            <a:ext cx="2044700" cy="22288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4" name="Google Shape;1114;p72"/>
          <p:cNvSpPr txBox="1"/>
          <p:nvPr/>
        </p:nvSpPr>
        <p:spPr>
          <a:xfrm>
            <a:off x="2797175" y="2386012"/>
            <a:ext cx="2052637"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measurement</a:t>
            </a:r>
            <a:endParaRPr/>
          </a:p>
        </p:txBody>
      </p:sp>
      <p:sp>
        <p:nvSpPr>
          <p:cNvPr id="1115" name="Google Shape;1115;p72"/>
          <p:cNvSpPr txBox="1"/>
          <p:nvPr/>
        </p:nvSpPr>
        <p:spPr>
          <a:xfrm>
            <a:off x="3806825" y="3657600"/>
            <a:ext cx="1879600" cy="931862"/>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What do we</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6" name="Google Shape;1116;p72"/>
          <p:cNvSpPr txBox="1"/>
          <p:nvPr/>
        </p:nvSpPr>
        <p:spPr>
          <a:xfrm>
            <a:off x="3884612" y="4000500"/>
            <a:ext cx="1282700" cy="931862"/>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use as a</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7" name="Google Shape;1117;p72"/>
          <p:cNvSpPr txBox="1"/>
          <p:nvPr/>
        </p:nvSpPr>
        <p:spPr>
          <a:xfrm>
            <a:off x="3894137" y="4371975"/>
            <a:ext cx="1050925" cy="931862"/>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basis?</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8" name="Google Shape;1118;p72"/>
          <p:cNvSpPr txBox="1"/>
          <p:nvPr/>
        </p:nvSpPr>
        <p:spPr>
          <a:xfrm>
            <a:off x="3794125" y="4714875"/>
            <a:ext cx="1452562" cy="931862"/>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  •   size?</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9" name="Google Shape;1119;p72"/>
          <p:cNvSpPr txBox="1"/>
          <p:nvPr/>
        </p:nvSpPr>
        <p:spPr>
          <a:xfrm>
            <a:off x="3798887" y="5072062"/>
            <a:ext cx="2066925"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  •   function?</a:t>
            </a:r>
            <a:endParaRPr/>
          </a:p>
        </p:txBody>
      </p:sp>
      <p:sp>
        <p:nvSpPr>
          <p:cNvPr id="1120" name="Google Shape;1120;p72"/>
          <p:cNvSpPr txBox="1"/>
          <p:nvPr/>
        </p:nvSpPr>
        <p:spPr>
          <a:xfrm>
            <a:off x="5759450" y="2071687"/>
            <a:ext cx="2273300"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project metrics</a:t>
            </a:r>
            <a:endParaRPr/>
          </a:p>
        </p:txBody>
      </p:sp>
      <p:sp>
        <p:nvSpPr>
          <p:cNvPr id="1121" name="Google Shape;1121;p72"/>
          <p:cNvSpPr txBox="1"/>
          <p:nvPr/>
        </p:nvSpPr>
        <p:spPr>
          <a:xfrm>
            <a:off x="5257800" y="1414462"/>
            <a:ext cx="2351087"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process metrics</a:t>
            </a:r>
            <a:endParaRPr/>
          </a:p>
        </p:txBody>
      </p:sp>
      <p:sp>
        <p:nvSpPr>
          <p:cNvPr id="1122" name="Google Shape;1122;p72"/>
          <p:cNvSpPr txBox="1"/>
          <p:nvPr/>
        </p:nvSpPr>
        <p:spPr>
          <a:xfrm>
            <a:off x="1473200" y="1157287"/>
            <a:ext cx="1244600"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process</a:t>
            </a:r>
            <a:endParaRPr/>
          </a:p>
        </p:txBody>
      </p:sp>
      <p:sp>
        <p:nvSpPr>
          <p:cNvPr id="1123" name="Google Shape;1123;p72"/>
          <p:cNvSpPr txBox="1"/>
          <p:nvPr/>
        </p:nvSpPr>
        <p:spPr>
          <a:xfrm>
            <a:off x="1477962" y="3457575"/>
            <a:ext cx="1263650"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product</a:t>
            </a:r>
            <a:endParaRPr/>
          </a:p>
        </p:txBody>
      </p:sp>
      <p:sp>
        <p:nvSpPr>
          <p:cNvPr id="1124" name="Google Shape;1124;p72"/>
          <p:cNvSpPr/>
          <p:nvPr/>
        </p:nvSpPr>
        <p:spPr>
          <a:xfrm>
            <a:off x="2743200" y="1439862"/>
            <a:ext cx="698500" cy="557212"/>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rnd" cmpd="sng" w="50800">
            <a:solidFill>
              <a:srgbClr val="FE9B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cxnSp>
        <p:nvCxnSpPr>
          <p:cNvPr id="1125" name="Google Shape;1125;p72"/>
          <p:cNvCxnSpPr/>
          <p:nvPr/>
        </p:nvCxnSpPr>
        <p:spPr>
          <a:xfrm flipH="1" rot="10800000">
            <a:off x="4584700" y="1666875"/>
            <a:ext cx="482600" cy="371475"/>
          </a:xfrm>
          <a:prstGeom prst="straightConnector1">
            <a:avLst/>
          </a:prstGeom>
          <a:noFill/>
          <a:ln cap="flat" cmpd="sng" w="50800">
            <a:solidFill>
              <a:srgbClr val="FE9B03"/>
            </a:solidFill>
            <a:prstDash val="solid"/>
            <a:miter lim="800000"/>
            <a:headEnd len="med" w="med" type="none"/>
            <a:tailEnd len="med" w="med" type="triangle"/>
          </a:ln>
        </p:spPr>
      </p:cxnSp>
      <p:cxnSp>
        <p:nvCxnSpPr>
          <p:cNvPr id="1126" name="Google Shape;1126;p72"/>
          <p:cNvCxnSpPr/>
          <p:nvPr/>
        </p:nvCxnSpPr>
        <p:spPr>
          <a:xfrm flipH="1" rot="10800000">
            <a:off x="4965700" y="2338387"/>
            <a:ext cx="685800" cy="142875"/>
          </a:xfrm>
          <a:prstGeom prst="straightConnector1">
            <a:avLst/>
          </a:prstGeom>
          <a:noFill/>
          <a:ln cap="flat" cmpd="sng" w="50800">
            <a:solidFill>
              <a:srgbClr val="FE9B03"/>
            </a:solidFill>
            <a:prstDash val="solid"/>
            <a:miter lim="800000"/>
            <a:headEnd len="med" w="med" type="none"/>
            <a:tailEnd len="med" w="med" type="triangle"/>
          </a:ln>
        </p:spPr>
      </p:cxnSp>
      <p:sp>
        <p:nvSpPr>
          <p:cNvPr id="1127" name="Google Shape;1127;p72"/>
          <p:cNvSpPr/>
          <p:nvPr/>
        </p:nvSpPr>
        <p:spPr>
          <a:xfrm>
            <a:off x="2717800" y="3167062"/>
            <a:ext cx="558800" cy="514350"/>
          </a:xfrm>
          <a:custGeom>
            <a:rect b="b" l="l" r="r" t="t"/>
            <a:pathLst>
              <a:path extrusionOk="0" fill="none" h="21600" w="21600">
                <a:moveTo>
                  <a:pt x="21600" y="0"/>
                </a:moveTo>
                <a:cubicBezTo>
                  <a:pt x="21600" y="11929"/>
                  <a:pt x="11929" y="21599"/>
                  <a:pt x="0" y="21600"/>
                </a:cubicBezTo>
              </a:path>
              <a:path extrusionOk="0" h="21600" w="21600">
                <a:moveTo>
                  <a:pt x="21600" y="0"/>
                </a:moveTo>
                <a:cubicBezTo>
                  <a:pt x="21600" y="11929"/>
                  <a:pt x="11929" y="21599"/>
                  <a:pt x="0" y="21600"/>
                </a:cubicBezTo>
                <a:lnTo>
                  <a:pt x="0" y="0"/>
                </a:lnTo>
                <a:lnTo>
                  <a:pt x="21600" y="0"/>
                </a:lnTo>
                <a:close/>
              </a:path>
            </a:pathLst>
          </a:custGeom>
          <a:noFill/>
          <a:ln cap="rnd" cmpd="sng" w="50800">
            <a:solidFill>
              <a:srgbClr val="FE9B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28" name="Google Shape;1128;p72"/>
          <p:cNvSpPr/>
          <p:nvPr/>
        </p:nvSpPr>
        <p:spPr>
          <a:xfrm>
            <a:off x="3657600" y="3009900"/>
            <a:ext cx="2211387" cy="534987"/>
          </a:xfrm>
          <a:custGeom>
            <a:rect b="b" l="l" r="r" t="t"/>
            <a:pathLst>
              <a:path extrusionOk="0" h="300" w="1393">
                <a:moveTo>
                  <a:pt x="0" y="0"/>
                </a:moveTo>
                <a:lnTo>
                  <a:pt x="1392" y="299"/>
                </a:lnTo>
                <a:lnTo>
                  <a:pt x="96" y="299"/>
                </a:lnTo>
                <a:lnTo>
                  <a:pt x="0" y="0"/>
                </a:lnTo>
              </a:path>
            </a:pathLst>
          </a:custGeom>
          <a:solidFill>
            <a:schemeClr val="dk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29" name="Google Shape;1129;p72"/>
          <p:cNvSpPr/>
          <p:nvPr/>
        </p:nvSpPr>
        <p:spPr>
          <a:xfrm>
            <a:off x="3657600" y="3009900"/>
            <a:ext cx="153987" cy="2744787"/>
          </a:xfrm>
          <a:custGeom>
            <a:rect b="b" l="l" r="r" t="t"/>
            <a:pathLst>
              <a:path extrusionOk="0" h="1537" w="97">
                <a:moveTo>
                  <a:pt x="0" y="0"/>
                </a:moveTo>
                <a:lnTo>
                  <a:pt x="48" y="1536"/>
                </a:lnTo>
                <a:lnTo>
                  <a:pt x="96" y="299"/>
                </a:lnTo>
                <a:lnTo>
                  <a:pt x="0" y="0"/>
                </a:lnTo>
              </a:path>
            </a:pathLst>
          </a:custGeom>
          <a:solidFill>
            <a:schemeClr val="dk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30" name="Google Shape;1130;p72"/>
          <p:cNvSpPr txBox="1"/>
          <p:nvPr/>
        </p:nvSpPr>
        <p:spPr>
          <a:xfrm>
            <a:off x="5561012" y="2814637"/>
            <a:ext cx="2370137" cy="515937"/>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product metrics</a:t>
            </a:r>
            <a:endParaRPr/>
          </a:p>
        </p:txBody>
      </p:sp>
      <p:cxnSp>
        <p:nvCxnSpPr>
          <p:cNvPr id="1131" name="Google Shape;1131;p72"/>
          <p:cNvCxnSpPr/>
          <p:nvPr/>
        </p:nvCxnSpPr>
        <p:spPr>
          <a:xfrm>
            <a:off x="4889500" y="3009900"/>
            <a:ext cx="571500" cy="42862"/>
          </a:xfrm>
          <a:prstGeom prst="straightConnector1">
            <a:avLst/>
          </a:prstGeom>
          <a:noFill/>
          <a:ln cap="flat" cmpd="sng" w="50800">
            <a:solidFill>
              <a:srgbClr val="FE9B03"/>
            </a:solidFill>
            <a:prstDash val="solid"/>
            <a:miter lim="800000"/>
            <a:headEnd len="med" w="med" type="none"/>
            <a:tailEnd len="med" w="med" type="triangl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7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37" name="Google Shape;1137;p73"/>
          <p:cNvSpPr txBox="1"/>
          <p:nvPr>
            <p:ph type="title"/>
          </p:nvPr>
        </p:nvSpPr>
        <p:spPr>
          <a:xfrm>
            <a:off x="685800" y="609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What is a Process?</a:t>
            </a:r>
            <a:endParaRPr/>
          </a:p>
        </p:txBody>
      </p:sp>
      <p:sp>
        <p:nvSpPr>
          <p:cNvPr id="1138" name="Google Shape;1138;p73"/>
          <p:cNvSpPr txBox="1"/>
          <p:nvPr>
            <p:ph idx="1" type="body"/>
          </p:nvPr>
        </p:nvSpPr>
        <p:spPr>
          <a:xfrm>
            <a:off x="685800" y="1676400"/>
            <a:ext cx="77724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a:t>
            </a:r>
            <a:r>
              <a:rPr b="1" i="0" lang="en-US" sz="2000" u="none">
                <a:solidFill>
                  <a:schemeClr val="dk1"/>
                </a:solidFill>
                <a:latin typeface="Times New Roman"/>
                <a:ea typeface="Times New Roman"/>
                <a:cs typeface="Times New Roman"/>
                <a:sym typeface="Times New Roman"/>
              </a:rPr>
              <a:t>system of operations </a:t>
            </a:r>
            <a:r>
              <a:rPr b="0" i="0" lang="en-US" sz="2000" u="none">
                <a:solidFill>
                  <a:schemeClr val="dk1"/>
                </a:solidFill>
                <a:latin typeface="Times New Roman"/>
                <a:ea typeface="Times New Roman"/>
                <a:cs typeface="Times New Roman"/>
                <a:sym typeface="Times New Roman"/>
              </a:rPr>
              <a:t>in producing something; a series of actions, changes, or functions that achieve an end or a result.</a:t>
            </a:r>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a:t>
            </a:r>
            <a:r>
              <a:rPr b="1" i="0" lang="en-US" sz="2000" u="none">
                <a:solidFill>
                  <a:schemeClr val="dk1"/>
                </a:solidFill>
                <a:latin typeface="Times New Roman"/>
                <a:ea typeface="Times New Roman"/>
                <a:cs typeface="Times New Roman"/>
                <a:sym typeface="Times New Roman"/>
              </a:rPr>
              <a:t>sequence of steps </a:t>
            </a:r>
            <a:r>
              <a:rPr b="0" i="0" lang="en-US" sz="2000" u="none">
                <a:solidFill>
                  <a:schemeClr val="dk1"/>
                </a:solidFill>
                <a:latin typeface="Times New Roman"/>
                <a:ea typeface="Times New Roman"/>
                <a:cs typeface="Times New Roman"/>
                <a:sym typeface="Times New Roman"/>
              </a:rPr>
              <a:t>performed for a given purpose.</a:t>
            </a:r>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Process measurement measures the efficacy of a software process indirectly.</a:t>
            </a:r>
            <a:endParaRPr/>
          </a:p>
          <a:p>
            <a:pPr indent="-285750" lvl="1" marL="74295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That is, we derive a set of metrics based on the outcomes that can be derived from the process. </a:t>
            </a:r>
            <a:endParaRPr/>
          </a:p>
          <a:p>
            <a:pPr indent="-285750" lvl="1" marL="74295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Outcomes include </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measures of errors uncovered before release of the software</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defects delivered to and reported by end-users</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work products delivered (productivity)</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human effort expended</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calendar time expended</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schedule conformance</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other measures.</a:t>
            </a:r>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7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44" name="Google Shape;1144;p74"/>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What is a Software Process?</a:t>
            </a:r>
            <a:endParaRPr/>
          </a:p>
        </p:txBody>
      </p:sp>
      <p:sp>
        <p:nvSpPr>
          <p:cNvPr id="1145" name="Google Shape;1145;p74"/>
          <p:cNvSpPr txBox="1"/>
          <p:nvPr>
            <p:ph idx="1" type="body"/>
          </p:nvPr>
        </p:nvSpPr>
        <p:spPr>
          <a:xfrm>
            <a:off x="685800" y="1600200"/>
            <a:ext cx="7772400" cy="49530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a:t>
            </a:r>
            <a:r>
              <a:rPr b="1" i="0" lang="en-US" sz="2000" u="none">
                <a:solidFill>
                  <a:schemeClr val="dk1"/>
                </a:solidFill>
                <a:latin typeface="Times New Roman"/>
                <a:ea typeface="Times New Roman"/>
                <a:cs typeface="Times New Roman"/>
                <a:sym typeface="Times New Roman"/>
              </a:rPr>
              <a:t>set of activities, methods, practices, and transformations </a:t>
            </a:r>
            <a:r>
              <a:rPr b="0" i="0" lang="en-US" sz="2000" u="none">
                <a:solidFill>
                  <a:schemeClr val="dk1"/>
                </a:solidFill>
                <a:latin typeface="Times New Roman"/>
                <a:ea typeface="Times New Roman"/>
                <a:cs typeface="Times New Roman"/>
                <a:sym typeface="Times New Roman"/>
              </a:rPr>
              <a:t>that people use to </a:t>
            </a:r>
            <a:r>
              <a:rPr b="1" i="0" lang="en-US" sz="2000" u="none">
                <a:solidFill>
                  <a:schemeClr val="dk1"/>
                </a:solidFill>
                <a:latin typeface="Times New Roman"/>
                <a:ea typeface="Times New Roman"/>
                <a:cs typeface="Times New Roman"/>
                <a:sym typeface="Times New Roman"/>
              </a:rPr>
              <a:t>develop and maintain software </a:t>
            </a:r>
            <a:r>
              <a:rPr b="0" i="0" lang="en-US" sz="2000" u="none">
                <a:solidFill>
                  <a:schemeClr val="dk1"/>
                </a:solidFill>
                <a:latin typeface="Times New Roman"/>
                <a:ea typeface="Times New Roman"/>
                <a:cs typeface="Times New Roman"/>
                <a:sym typeface="Times New Roman"/>
              </a:rPr>
              <a:t>and the associated products (e.g., project plans, design documents, code, test cases, and user manuals) is a software process.</a:t>
            </a:r>
            <a:endParaRPr/>
          </a:p>
          <a:p>
            <a:pPr indent="-215900" lvl="0" marL="34290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As an </a:t>
            </a:r>
            <a:r>
              <a:rPr b="1" i="0" lang="en-US" sz="2000" u="none">
                <a:solidFill>
                  <a:schemeClr val="dk1"/>
                </a:solidFill>
                <a:latin typeface="Times New Roman"/>
                <a:ea typeface="Times New Roman"/>
                <a:cs typeface="Times New Roman"/>
                <a:sym typeface="Times New Roman"/>
              </a:rPr>
              <a:t>organization matures</a:t>
            </a:r>
            <a:r>
              <a:rPr b="0" i="0" lang="en-US" sz="2000" u="none">
                <a:solidFill>
                  <a:schemeClr val="dk1"/>
                </a:solidFill>
                <a:latin typeface="Times New Roman"/>
                <a:ea typeface="Times New Roman"/>
                <a:cs typeface="Times New Roman"/>
                <a:sym typeface="Times New Roman"/>
              </a:rPr>
              <a:t>, the </a:t>
            </a:r>
            <a:r>
              <a:rPr b="1" i="0" lang="en-US" sz="2000" u="none">
                <a:solidFill>
                  <a:schemeClr val="dk1"/>
                </a:solidFill>
                <a:latin typeface="Times New Roman"/>
                <a:ea typeface="Times New Roman"/>
                <a:cs typeface="Times New Roman"/>
                <a:sym typeface="Times New Roman"/>
              </a:rPr>
              <a:t>software process becomes better defined</a:t>
            </a:r>
            <a:r>
              <a:rPr b="0" i="0" lang="en-US" sz="2000" u="none">
                <a:solidFill>
                  <a:schemeClr val="dk1"/>
                </a:solidFill>
                <a:latin typeface="Times New Roman"/>
                <a:ea typeface="Times New Roman"/>
                <a:cs typeface="Times New Roman"/>
                <a:sym typeface="Times New Roman"/>
              </a:rPr>
              <a:t> and </a:t>
            </a:r>
            <a:r>
              <a:rPr b="1" i="0" lang="en-US" sz="2000" u="none">
                <a:solidFill>
                  <a:schemeClr val="dk1"/>
                </a:solidFill>
                <a:latin typeface="Times New Roman"/>
                <a:ea typeface="Times New Roman"/>
                <a:cs typeface="Times New Roman"/>
                <a:sym typeface="Times New Roman"/>
              </a:rPr>
              <a:t>more consistently implemented</a:t>
            </a:r>
            <a:r>
              <a:rPr b="0" i="0" lang="en-US" sz="2000" u="none">
                <a:solidFill>
                  <a:schemeClr val="dk1"/>
                </a:solidFill>
                <a:latin typeface="Times New Roman"/>
                <a:ea typeface="Times New Roman"/>
                <a:cs typeface="Times New Roman"/>
                <a:sym typeface="Times New Roman"/>
              </a:rPr>
              <a:t> throughout the organization.</a:t>
            </a:r>
            <a:endParaRPr/>
          </a:p>
          <a:p>
            <a:pPr indent="-215900" lvl="0" marL="34290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 maturity is the extent (degree) to which a specific process is explicitly defined, managed, measured, controlled, and effective.</a:t>
            </a:r>
            <a:endParaRPr/>
          </a:p>
          <a:p>
            <a:pPr indent="-215900" lvl="0" marL="34290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 metrics can provide </a:t>
            </a:r>
            <a:r>
              <a:rPr b="1" i="0" lang="en-US" sz="2000" u="none">
                <a:solidFill>
                  <a:schemeClr val="dk1"/>
                </a:solidFill>
                <a:latin typeface="Times New Roman"/>
                <a:ea typeface="Times New Roman"/>
                <a:cs typeface="Times New Roman"/>
                <a:sym typeface="Times New Roman"/>
              </a:rPr>
              <a:t>significant benefit </a:t>
            </a:r>
            <a:r>
              <a:rPr b="0" i="0" lang="en-US" sz="2000" u="none">
                <a:solidFill>
                  <a:schemeClr val="dk1"/>
                </a:solidFill>
                <a:latin typeface="Times New Roman"/>
                <a:ea typeface="Times New Roman"/>
                <a:cs typeface="Times New Roman"/>
                <a:sym typeface="Times New Roman"/>
              </a:rPr>
              <a:t>as an organization works to </a:t>
            </a:r>
            <a:r>
              <a:rPr b="1" i="0" lang="en-US" sz="2000" u="none">
                <a:solidFill>
                  <a:schemeClr val="dk1"/>
                </a:solidFill>
                <a:latin typeface="Times New Roman"/>
                <a:ea typeface="Times New Roman"/>
                <a:cs typeface="Times New Roman"/>
                <a:sym typeface="Times New Roman"/>
              </a:rPr>
              <a:t>improve its overall level of process maturity</a:t>
            </a:r>
            <a:r>
              <a:rPr b="0" i="0" lang="en-US" sz="2000" u="none">
                <a:solidFill>
                  <a:schemeClr val="dk1"/>
                </a:solidFill>
                <a:latin typeface="Times New Roman"/>
                <a:ea typeface="Times New Roman"/>
                <a:cs typeface="Times New Roman"/>
                <a:sym typeface="Times New Roman"/>
              </a:rPr>
              <a:t>.</a:t>
            </a:r>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75"/>
          <p:cNvSpPr txBox="1"/>
          <p:nvPr>
            <p:ph type="title"/>
          </p:nvPr>
        </p:nvSpPr>
        <p:spPr>
          <a:xfrm>
            <a:off x="685800" y="228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Process Metrics</a:t>
            </a:r>
            <a:endParaRPr/>
          </a:p>
        </p:txBody>
      </p:sp>
      <p:sp>
        <p:nvSpPr>
          <p:cNvPr id="1151" name="Google Shape;1151;p75"/>
          <p:cNvSpPr txBox="1"/>
          <p:nvPr>
            <p:ph idx="1" type="body"/>
          </p:nvPr>
        </p:nvSpPr>
        <p:spPr>
          <a:xfrm>
            <a:off x="228600" y="1219200"/>
            <a:ext cx="86868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Time taken </a:t>
            </a:r>
            <a:r>
              <a:rPr b="0" i="0" lang="en-US" sz="2400" u="none">
                <a:solidFill>
                  <a:schemeClr val="dk1"/>
                </a:solidFill>
                <a:latin typeface="Times New Roman"/>
                <a:ea typeface="Times New Roman"/>
                <a:cs typeface="Times New Roman"/>
                <a:sym typeface="Times New Roman"/>
              </a:rPr>
              <a:t>for a particular process to be completed.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This can be total time devoted to the process , calendar time , time spent on process by engineers etc.</a:t>
            </a:r>
            <a:endParaRPr/>
          </a:p>
          <a:p>
            <a:pPr indent="-190500" lvl="0" marL="342900" marR="0" rtl="0" algn="just">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resources required </a:t>
            </a:r>
            <a:r>
              <a:rPr b="0" i="0" lang="en-US" sz="2400" u="none">
                <a:solidFill>
                  <a:schemeClr val="dk1"/>
                </a:solidFill>
                <a:latin typeface="Times New Roman"/>
                <a:ea typeface="Times New Roman"/>
                <a:cs typeface="Times New Roman"/>
                <a:sym typeface="Times New Roman"/>
              </a:rPr>
              <a:t>for a particular for particular process.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Resources might include efforts in person-days , travel costs , or computer resources.</a:t>
            </a:r>
            <a:endParaRPr/>
          </a:p>
          <a:p>
            <a:pPr indent="-190500" lvl="0" marL="342900" marR="0" rtl="0" algn="just">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number of occurrences </a:t>
            </a:r>
            <a:r>
              <a:rPr b="0" i="0" lang="en-US" sz="2400" u="none">
                <a:solidFill>
                  <a:schemeClr val="dk1"/>
                </a:solidFill>
                <a:latin typeface="Times New Roman"/>
                <a:ea typeface="Times New Roman"/>
                <a:cs typeface="Times New Roman"/>
                <a:sym typeface="Times New Roman"/>
              </a:rPr>
              <a:t>of a particular event.</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Events might be monitored include the number of </a:t>
            </a:r>
            <a:r>
              <a:rPr b="1" i="0" lang="en-US" sz="2400" u="none">
                <a:solidFill>
                  <a:schemeClr val="dk1"/>
                </a:solidFill>
                <a:latin typeface="Times New Roman"/>
                <a:ea typeface="Times New Roman"/>
                <a:cs typeface="Times New Roman"/>
                <a:sym typeface="Times New Roman"/>
              </a:rPr>
              <a:t>defects discovered</a:t>
            </a:r>
            <a:r>
              <a:rPr b="0" i="0" lang="en-US" sz="2400" u="none">
                <a:solidFill>
                  <a:schemeClr val="dk1"/>
                </a:solidFill>
                <a:latin typeface="Times New Roman"/>
                <a:ea typeface="Times New Roman"/>
                <a:cs typeface="Times New Roman"/>
                <a:sym typeface="Times New Roman"/>
              </a:rPr>
              <a:t> during code inspection , number of </a:t>
            </a:r>
            <a:r>
              <a:rPr b="1" i="0" lang="en-US" sz="2400" u="none">
                <a:solidFill>
                  <a:schemeClr val="dk1"/>
                </a:solidFill>
                <a:latin typeface="Times New Roman"/>
                <a:ea typeface="Times New Roman"/>
                <a:cs typeface="Times New Roman"/>
                <a:sym typeface="Times New Roman"/>
              </a:rPr>
              <a:t>requirement changes </a:t>
            </a:r>
            <a:r>
              <a:rPr b="0" i="0" lang="en-US" sz="2400" u="none">
                <a:solidFill>
                  <a:schemeClr val="dk1"/>
                </a:solidFill>
                <a:latin typeface="Times New Roman"/>
                <a:ea typeface="Times New Roman"/>
                <a:cs typeface="Times New Roman"/>
                <a:sym typeface="Times New Roman"/>
              </a:rPr>
              <a:t>requested , average number of lines of </a:t>
            </a:r>
            <a:r>
              <a:rPr b="1" i="0" lang="en-US" sz="2400" u="none">
                <a:solidFill>
                  <a:schemeClr val="dk1"/>
                </a:solidFill>
                <a:latin typeface="Times New Roman"/>
                <a:ea typeface="Times New Roman"/>
                <a:cs typeface="Times New Roman"/>
                <a:sym typeface="Times New Roman"/>
              </a:rPr>
              <a:t>code modified </a:t>
            </a:r>
            <a:r>
              <a:rPr b="0" i="0" lang="en-US" sz="2400" u="none">
                <a:solidFill>
                  <a:schemeClr val="dk1"/>
                </a:solidFill>
                <a:latin typeface="Times New Roman"/>
                <a:ea typeface="Times New Roman"/>
                <a:cs typeface="Times New Roman"/>
                <a:sym typeface="Times New Roman"/>
              </a:rPr>
              <a:t>in response to requirement change</a:t>
            </a:r>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1152" name="Google Shape;1152;p7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7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Process Metrics</a:t>
            </a:r>
            <a:endParaRPr/>
          </a:p>
        </p:txBody>
      </p:sp>
      <p:sp>
        <p:nvSpPr>
          <p:cNvPr id="1158" name="Google Shape;1158;p76"/>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Reuse data</a:t>
            </a:r>
            <a:endParaRPr/>
          </a:p>
          <a:p>
            <a:pPr indent="-285750" lvl="1" marL="742950" marR="0" rtl="0" algn="l">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The number of components produced and their degree of reusability.</a:t>
            </a:r>
            <a:endParaRPr/>
          </a:p>
          <a:p>
            <a:pPr indent="-133350" lvl="1" marL="742950" marR="0" rtl="0" algn="l">
              <a:lnSpc>
                <a:spcPct val="9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133350" lvl="1" marL="742950" marR="0" rtl="0" algn="l">
              <a:lnSpc>
                <a:spcPct val="9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Quality-related</a:t>
            </a:r>
            <a:endParaRPr/>
          </a:p>
          <a:p>
            <a:pPr indent="-285750" lvl="1" marL="742950" marR="0" rtl="0" algn="l">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focus on quality of work products and deliverables</a:t>
            </a:r>
            <a:endParaRPr/>
          </a:p>
          <a:p>
            <a:pPr indent="-285750" lvl="1" marL="742950" marR="0" rtl="0" algn="l">
              <a:lnSpc>
                <a:spcPct val="9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59" name="Google Shape;1159;p7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7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65" name="Google Shape;1165;p77"/>
          <p:cNvSpPr txBox="1"/>
          <p:nvPr>
            <p:ph type="title"/>
          </p:nvPr>
        </p:nvSpPr>
        <p:spPr>
          <a:xfrm>
            <a:off x="304800" y="76200"/>
            <a:ext cx="8305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Immature Software Organizations</a:t>
            </a:r>
            <a:endParaRPr/>
          </a:p>
        </p:txBody>
      </p:sp>
      <p:sp>
        <p:nvSpPr>
          <p:cNvPr id="1166" name="Google Shape;1166;p77"/>
          <p:cNvSpPr txBox="1"/>
          <p:nvPr>
            <p:ph idx="1" type="body"/>
          </p:nvPr>
        </p:nvSpPr>
        <p:spPr>
          <a:xfrm>
            <a:off x="609600" y="1676400"/>
            <a:ext cx="8229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processes are generally improvised</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If a process is specified, it is not rigorously followed or enforced</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software organization is reactionary</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Managers only focus on solving immediate (crisis) problems</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Schedules and budgets are routinely exceeded because they are not based on realistic estimates</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When hard deadlines are imposed, product functionality and quality are often compromised</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There is no basis for judging process quality or for solving product or process problems</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Activities such as reviews and testing are curtailed or eliminated when projects fall behind schedule</a:t>
            </a:r>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7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72" name="Google Shape;1172;p78"/>
          <p:cNvSpPr txBox="1"/>
          <p:nvPr>
            <p:ph type="title"/>
          </p:nvPr>
        </p:nvSpPr>
        <p:spPr>
          <a:xfrm>
            <a:off x="381000" y="609600"/>
            <a:ext cx="8534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Capability Maturity Model </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(SW-CMM)</a:t>
            </a:r>
            <a:endParaRPr/>
          </a:p>
        </p:txBody>
      </p:sp>
      <p:sp>
        <p:nvSpPr>
          <p:cNvPr id="1173" name="Google Shape;1173;p78"/>
          <p:cNvSpPr txBox="1"/>
          <p:nvPr>
            <p:ph idx="1" type="body"/>
          </p:nvPr>
        </p:nvSpPr>
        <p:spPr>
          <a:xfrm>
            <a:off x="381000" y="1981200"/>
            <a:ext cx="84582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CMMI (Capability Maturity Model Integration) is a proven industry framework to improve product quality and development efficiency for both hardware and software.</a:t>
            </a:r>
            <a:endParaRPr/>
          </a:p>
          <a:p>
            <a:pPr indent="-190500" lvl="0" marL="34290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CMMI, staged, uses 5 levels to describe the maturity of the organization.</a:t>
            </a:r>
            <a:endParaRPr/>
          </a:p>
          <a:p>
            <a:pPr indent="-190500" lvl="0" marL="34290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maturity level has an associated set of process area and generic goals.</a:t>
            </a:r>
            <a:endParaRPr/>
          </a:p>
          <a:p>
            <a:pPr indent="-190500" lvl="0" marL="34290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The maturity levels are measured by the achievement of the </a:t>
            </a:r>
            <a:r>
              <a:rPr b="1" i="0" lang="en-US" sz="2400" u="none">
                <a:solidFill>
                  <a:schemeClr val="dk1"/>
                </a:solidFill>
                <a:latin typeface="Times New Roman"/>
                <a:ea typeface="Times New Roman"/>
                <a:cs typeface="Times New Roman"/>
                <a:sym typeface="Times New Roman"/>
              </a:rPr>
              <a:t>specific</a:t>
            </a:r>
            <a:r>
              <a:rPr b="0" i="0" lang="en-US" sz="2400" u="none">
                <a:solidFill>
                  <a:schemeClr val="dk1"/>
                </a:solidFill>
                <a:latin typeface="Times New Roman"/>
                <a:ea typeface="Times New Roman"/>
                <a:cs typeface="Times New Roman"/>
                <a:sym typeface="Times New Roman"/>
              </a:rPr>
              <a:t> and </a:t>
            </a:r>
            <a:r>
              <a:rPr b="1" i="0" lang="en-US" sz="2400" u="none">
                <a:solidFill>
                  <a:schemeClr val="dk1"/>
                </a:solidFill>
                <a:latin typeface="Times New Roman"/>
                <a:ea typeface="Times New Roman"/>
                <a:cs typeface="Times New Roman"/>
                <a:sym typeface="Times New Roman"/>
              </a:rPr>
              <a:t>generic goals</a:t>
            </a:r>
            <a:r>
              <a:rPr b="0" i="0" lang="en-US" sz="2400" u="none">
                <a:solidFill>
                  <a:schemeClr val="dk1"/>
                </a:solidFill>
                <a:latin typeface="Times New Roman"/>
                <a:ea typeface="Times New Roman"/>
                <a:cs typeface="Times New Roman"/>
                <a:sym typeface="Times New Roman"/>
              </a:rPr>
              <a:t> that apply to each predefined set of process areas.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7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Capability - Maturity</a:t>
            </a:r>
            <a:endParaRPr/>
          </a:p>
        </p:txBody>
      </p:sp>
      <p:sp>
        <p:nvSpPr>
          <p:cNvPr id="1179" name="Google Shape;1179;p79"/>
          <p:cNvSpPr txBox="1"/>
          <p:nvPr>
            <p:ph idx="1" type="body"/>
          </p:nvPr>
        </p:nvSpPr>
        <p:spPr>
          <a:xfrm>
            <a:off x="685800" y="1676400"/>
            <a:ext cx="77724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a:t>
            </a:r>
            <a:r>
              <a:rPr b="1" i="0" lang="en-US" sz="2400" u="none">
                <a:solidFill>
                  <a:schemeClr val="dk1"/>
                </a:solidFill>
                <a:latin typeface="Times New Roman"/>
                <a:ea typeface="Times New Roman"/>
                <a:cs typeface="Times New Roman"/>
                <a:sym typeface="Times New Roman"/>
              </a:rPr>
              <a:t>maturity level </a:t>
            </a:r>
            <a:r>
              <a:rPr b="0" i="0" lang="en-US" sz="2400" u="none">
                <a:solidFill>
                  <a:schemeClr val="dk1"/>
                </a:solidFill>
                <a:latin typeface="Times New Roman"/>
                <a:ea typeface="Times New Roman"/>
                <a:cs typeface="Times New Roman"/>
                <a:sym typeface="Times New Roman"/>
              </a:rPr>
              <a:t>is a well-defined evolutionary plateau toward achieving a mature software process. Each maturity level provides a layer in the foundation for continuous process improvement.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a:t>
            </a:r>
            <a:r>
              <a:rPr b="1" i="0" lang="en-US" sz="2400" u="none">
                <a:solidFill>
                  <a:schemeClr val="dk1"/>
                </a:solidFill>
                <a:latin typeface="Times New Roman"/>
                <a:ea typeface="Times New Roman"/>
                <a:cs typeface="Times New Roman"/>
                <a:sym typeface="Times New Roman"/>
              </a:rPr>
              <a:t>capability level </a:t>
            </a:r>
            <a:r>
              <a:rPr b="0" i="0" lang="en-US" sz="2400" u="none">
                <a:solidFill>
                  <a:schemeClr val="dk1"/>
                </a:solidFill>
                <a:latin typeface="Times New Roman"/>
                <a:ea typeface="Times New Roman"/>
                <a:cs typeface="Times New Roman"/>
                <a:sym typeface="Times New Roman"/>
              </a:rPr>
              <a:t>is a well-defined evolutionary plateau describing the organization's capability relative to a process area. A capability level consists of related specific and generic practices for a process area that can improve the organization's processes associated with that process area. Each level is a layer in the foundation for continuous process improvement.</a:t>
            </a:r>
            <a:endParaRPr/>
          </a:p>
        </p:txBody>
      </p:sp>
      <p:sp>
        <p:nvSpPr>
          <p:cNvPr id="1180" name="Google Shape;1180;p7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8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86" name="Google Shape;1186;p80"/>
          <p:cNvSpPr txBox="1"/>
          <p:nvPr>
            <p:ph type="title"/>
          </p:nvPr>
        </p:nvSpPr>
        <p:spPr>
          <a:xfrm>
            <a:off x="7620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Five Levels of Software Process Maturity</a:t>
            </a:r>
            <a:endParaRPr/>
          </a:p>
        </p:txBody>
      </p:sp>
      <p:pic>
        <p:nvPicPr>
          <p:cNvPr id="1187" name="Google Shape;1187;p80"/>
          <p:cNvPicPr preferRelativeResize="0"/>
          <p:nvPr/>
        </p:nvPicPr>
        <p:blipFill rotWithShape="1">
          <a:blip r:embed="rId3">
            <a:alphaModFix/>
          </a:blip>
          <a:srcRect b="0" l="0" r="0" t="0"/>
          <a:stretch/>
        </p:blipFill>
        <p:spPr>
          <a:xfrm>
            <a:off x="152400" y="1447800"/>
            <a:ext cx="8839200" cy="50292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8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193" name="Google Shape;1193;p81"/>
          <p:cNvPicPr preferRelativeResize="0"/>
          <p:nvPr/>
        </p:nvPicPr>
        <p:blipFill rotWithShape="1">
          <a:blip r:embed="rId3">
            <a:alphaModFix/>
          </a:blip>
          <a:srcRect b="7291" l="25781" r="21873" t="11457"/>
          <a:stretch/>
        </p:blipFill>
        <p:spPr>
          <a:xfrm>
            <a:off x="2057400" y="0"/>
            <a:ext cx="5105400" cy="68580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8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99" name="Google Shape;1199;p82"/>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a:t>
            </a:r>
            <a:endParaRPr/>
          </a:p>
        </p:txBody>
      </p:sp>
      <p:sp>
        <p:nvSpPr>
          <p:cNvPr id="1200" name="Google Shape;1200;p82"/>
          <p:cNvSpPr txBox="1"/>
          <p:nvPr>
            <p:ph idx="1" type="body"/>
          </p:nvPr>
        </p:nvSpPr>
        <p:spPr>
          <a:xfrm>
            <a:off x="609600" y="1981200"/>
            <a:ext cx="82296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Initial Level (Level 1) </a:t>
            </a:r>
            <a:endParaRPr/>
          </a:p>
          <a:p>
            <a:pPr indent="-285750" lvl="1" marL="74295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Characterized as </a:t>
            </a:r>
            <a:r>
              <a:rPr b="1" i="0" lang="en-US" sz="2400" u="none">
                <a:solidFill>
                  <a:schemeClr val="dk1"/>
                </a:solidFill>
                <a:latin typeface="Times New Roman"/>
                <a:ea typeface="Times New Roman"/>
                <a:cs typeface="Times New Roman"/>
                <a:sym typeface="Times New Roman"/>
              </a:rPr>
              <a:t>ad-hoc</a:t>
            </a:r>
            <a:r>
              <a:rPr b="0" i="0" lang="en-US" sz="2400" u="none">
                <a:solidFill>
                  <a:schemeClr val="dk1"/>
                </a:solidFill>
                <a:latin typeface="Times New Roman"/>
                <a:ea typeface="Times New Roman"/>
                <a:cs typeface="Times New Roman"/>
                <a:sym typeface="Times New Roman"/>
              </a:rPr>
              <a:t>, and occasionally even </a:t>
            </a:r>
            <a:r>
              <a:rPr b="1" i="0" lang="en-US" sz="2400" u="none">
                <a:solidFill>
                  <a:schemeClr val="dk1"/>
                </a:solidFill>
                <a:latin typeface="Times New Roman"/>
                <a:ea typeface="Times New Roman"/>
                <a:cs typeface="Times New Roman"/>
                <a:sym typeface="Times New Roman"/>
              </a:rPr>
              <a:t>chaotic</a:t>
            </a:r>
            <a:r>
              <a:rPr b="0" i="0" lang="en-US" sz="2400" u="none">
                <a:solidFill>
                  <a:schemeClr val="dk1"/>
                </a:solidFill>
                <a:latin typeface="Times New Roman"/>
                <a:ea typeface="Times New Roman"/>
                <a:cs typeface="Times New Roman"/>
                <a:sym typeface="Times New Roman"/>
              </a:rPr>
              <a:t>  processes.</a:t>
            </a:r>
            <a:endParaRPr/>
          </a:p>
          <a:p>
            <a:pPr indent="-285750" lvl="1" marL="74295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Few</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processes</a:t>
            </a:r>
            <a:r>
              <a:rPr b="0" i="0" lang="en-US" sz="2400" u="none">
                <a:solidFill>
                  <a:schemeClr val="dk1"/>
                </a:solidFill>
                <a:latin typeface="Times New Roman"/>
                <a:ea typeface="Times New Roman"/>
                <a:cs typeface="Times New Roman"/>
                <a:sym typeface="Times New Roman"/>
              </a:rPr>
              <a:t> are defined, and </a:t>
            </a:r>
            <a:r>
              <a:rPr b="1" i="0" lang="en-US" sz="2400" u="none">
                <a:solidFill>
                  <a:schemeClr val="dk1"/>
                </a:solidFill>
                <a:latin typeface="Times New Roman"/>
                <a:ea typeface="Times New Roman"/>
                <a:cs typeface="Times New Roman"/>
                <a:sym typeface="Times New Roman"/>
              </a:rPr>
              <a:t>success</a:t>
            </a:r>
            <a:r>
              <a:rPr b="0" i="0" lang="en-US" sz="2400" u="none">
                <a:solidFill>
                  <a:schemeClr val="dk1"/>
                </a:solidFill>
                <a:latin typeface="Times New Roman"/>
                <a:ea typeface="Times New Roman"/>
                <a:cs typeface="Times New Roman"/>
                <a:sym typeface="Times New Roman"/>
              </a:rPr>
              <a:t> depends on </a:t>
            </a:r>
            <a:r>
              <a:rPr b="1" i="0" lang="en-US" sz="2400" u="none">
                <a:solidFill>
                  <a:schemeClr val="dk1"/>
                </a:solidFill>
                <a:latin typeface="Times New Roman"/>
                <a:ea typeface="Times New Roman"/>
                <a:cs typeface="Times New Roman"/>
                <a:sym typeface="Times New Roman"/>
              </a:rPr>
              <a:t>individual effort</a:t>
            </a:r>
            <a:r>
              <a:rPr b="0" i="0" lang="en-US" sz="2400" u="none">
                <a:solidFill>
                  <a:schemeClr val="dk1"/>
                </a:solidFill>
                <a:latin typeface="Times New Roman"/>
                <a:ea typeface="Times New Roman"/>
                <a:cs typeface="Times New Roman"/>
                <a:sym typeface="Times New Roman"/>
              </a:rPr>
              <a:t>.</a:t>
            </a:r>
            <a:endParaRPr/>
          </a:p>
          <a:p>
            <a:pPr indent="-285750" lvl="1" marL="74295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Maturity level 1 organizations often produce products and services that work; however, they frequently exceed the budget and schedule of their projects.</a:t>
            </a:r>
            <a:endParaRPr/>
          </a:p>
          <a:p>
            <a:pPr indent="-285750" lvl="1" marL="74295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Maturity level 1 organizations are characterized by a tendency to over commit, abandon processes in the time of crisis, and not be able to repeat their past successes.</a:t>
            </a:r>
            <a:endParaRPr/>
          </a:p>
          <a:p>
            <a:pPr indent="-133350" lvl="1" marL="74295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83"/>
          <p:cNvSpPr txBox="1"/>
          <p:nvPr>
            <p:ph type="title"/>
          </p:nvPr>
        </p:nvSpPr>
        <p:spPr>
          <a:xfrm>
            <a:off x="685800" y="457200"/>
            <a:ext cx="7772400" cy="1219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 (continued)</a:t>
            </a:r>
            <a:endParaRPr/>
          </a:p>
        </p:txBody>
      </p:sp>
      <p:sp>
        <p:nvSpPr>
          <p:cNvPr id="1206" name="Google Shape;1206;p83"/>
          <p:cNvSpPr txBox="1"/>
          <p:nvPr>
            <p:ph idx="1" type="body"/>
          </p:nvPr>
        </p:nvSpPr>
        <p:spPr>
          <a:xfrm>
            <a:off x="228600" y="1752600"/>
            <a:ext cx="86868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Managed Level (level 2)</a:t>
            </a:r>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At maturity level 2, an organization has achieved all the </a:t>
            </a:r>
            <a:r>
              <a:rPr b="1" i="0" lang="en-US" sz="2000" u="none">
                <a:solidFill>
                  <a:schemeClr val="dk1"/>
                </a:solidFill>
                <a:latin typeface="Times New Roman"/>
                <a:ea typeface="Times New Roman"/>
                <a:cs typeface="Times New Roman"/>
                <a:sym typeface="Times New Roman"/>
              </a:rPr>
              <a:t>specific</a:t>
            </a:r>
            <a:r>
              <a:rPr b="0" i="0" lang="en-US" sz="2000" u="none">
                <a:solidFill>
                  <a:schemeClr val="dk1"/>
                </a:solidFill>
                <a:latin typeface="Times New Roman"/>
                <a:ea typeface="Times New Roman"/>
                <a:cs typeface="Times New Roman"/>
                <a:sym typeface="Times New Roman"/>
              </a:rPr>
              <a:t> and </a:t>
            </a:r>
            <a:r>
              <a:rPr b="1" i="0" lang="en-US" sz="2000" u="none">
                <a:solidFill>
                  <a:schemeClr val="dk1"/>
                </a:solidFill>
                <a:latin typeface="Times New Roman"/>
                <a:ea typeface="Times New Roman"/>
                <a:cs typeface="Times New Roman"/>
                <a:sym typeface="Times New Roman"/>
              </a:rPr>
              <a:t>generic goals</a:t>
            </a:r>
            <a:r>
              <a:rPr b="0" i="0" lang="en-US" sz="2000" u="none">
                <a:solidFill>
                  <a:schemeClr val="dk1"/>
                </a:solidFill>
                <a:latin typeface="Times New Roman"/>
                <a:ea typeface="Times New Roman"/>
                <a:cs typeface="Times New Roman"/>
                <a:sym typeface="Times New Roman"/>
              </a:rPr>
              <a:t> of the maturity level 2 process areas.</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process discipline reflected by maturity level 2 helps to ensure that </a:t>
            </a:r>
            <a:r>
              <a:rPr b="1" i="0" lang="en-US" sz="2000" u="none">
                <a:solidFill>
                  <a:schemeClr val="dk1"/>
                </a:solidFill>
                <a:latin typeface="Times New Roman"/>
                <a:ea typeface="Times New Roman"/>
                <a:cs typeface="Times New Roman"/>
                <a:sym typeface="Times New Roman"/>
              </a:rPr>
              <a:t>existing practices </a:t>
            </a:r>
            <a:r>
              <a:rPr b="0" i="0" lang="en-US" sz="2000" u="none">
                <a:solidFill>
                  <a:schemeClr val="dk1"/>
                </a:solidFill>
                <a:latin typeface="Times New Roman"/>
                <a:ea typeface="Times New Roman"/>
                <a:cs typeface="Times New Roman"/>
                <a:sym typeface="Times New Roman"/>
              </a:rPr>
              <a:t>are retained during times of stress. When these practices are in place, projects are performed and managed according to their documented plans.</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At maturity level 2, requirements, processes, work products, and services are managed. The status of the work products and the delivery of services are visible to management at defined points.</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a:t>
            </a:r>
            <a:r>
              <a:rPr b="1" i="0" lang="en-US" sz="2000" u="none">
                <a:solidFill>
                  <a:schemeClr val="dk1"/>
                </a:solidFill>
                <a:latin typeface="Times New Roman"/>
                <a:ea typeface="Times New Roman"/>
                <a:cs typeface="Times New Roman"/>
                <a:sym typeface="Times New Roman"/>
              </a:rPr>
              <a:t>work products and services satisfy their specified requirements</a:t>
            </a:r>
            <a:r>
              <a:rPr b="0" i="0" lang="en-US" sz="2000" u="none">
                <a:solidFill>
                  <a:schemeClr val="dk1"/>
                </a:solidFill>
                <a:latin typeface="Times New Roman"/>
                <a:ea typeface="Times New Roman"/>
                <a:cs typeface="Times New Roman"/>
                <a:sym typeface="Times New Roman"/>
              </a:rPr>
              <a:t>, standards, and objectives.</a:t>
            </a:r>
            <a:endParaRPr/>
          </a:p>
        </p:txBody>
      </p:sp>
      <p:sp>
        <p:nvSpPr>
          <p:cNvPr id="1207" name="Google Shape;1207;p8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8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13" name="Google Shape;1213;p84"/>
          <p:cNvSpPr txBox="1"/>
          <p:nvPr>
            <p:ph type="title"/>
          </p:nvPr>
        </p:nvSpPr>
        <p:spPr>
          <a:xfrm>
            <a:off x="685800" y="15240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 (continued)</a:t>
            </a:r>
            <a:endParaRPr/>
          </a:p>
        </p:txBody>
      </p:sp>
      <p:sp>
        <p:nvSpPr>
          <p:cNvPr id="1214" name="Google Shape;1214;p84"/>
          <p:cNvSpPr txBox="1"/>
          <p:nvPr>
            <p:ph idx="1" type="body"/>
          </p:nvPr>
        </p:nvSpPr>
        <p:spPr>
          <a:xfrm>
            <a:off x="609600" y="1295400"/>
            <a:ext cx="7772400" cy="5334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Defined (Level 3)</a:t>
            </a:r>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software process for both management and engineering activities is documented, standardized, and integrated into a standard software process for the organization.</a:t>
            </a:r>
            <a:endParaRPr/>
          </a:p>
          <a:p>
            <a:pPr indent="-158750" lvl="1" marL="74295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All projects use an approved, tailored version of the organization's standard software process for developing and maintaining software.</a:t>
            </a:r>
            <a:endParaRPr/>
          </a:p>
          <a:p>
            <a:pPr indent="-158750" lvl="1" marL="74295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critical distinction between maturity level 2 and maturity level 3 is the scope of standards, process descriptions, and procedures.</a:t>
            </a:r>
            <a:endParaRPr/>
          </a:p>
          <a:p>
            <a:pPr indent="-158750" lvl="1" marL="74295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At maturity level 2, the standards, process descriptions, and procedures may be quite different in each specific instance of the process (for example, on a particular project).</a:t>
            </a:r>
            <a:endParaRPr/>
          </a:p>
          <a:p>
            <a:pPr indent="-342900" lvl="0" marL="342900" rtl="0" algn="l">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171450" lvl="1" marL="742950" rtl="0" algn="l">
              <a:lnSpc>
                <a:spcPct val="90000"/>
              </a:lnSpc>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a:p>
            <a:pPr indent="-228600" lvl="0" marL="342900" rtl="0" algn="l">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85"/>
          <p:cNvSpPr txBox="1"/>
          <p:nvPr>
            <p:ph type="title"/>
          </p:nvPr>
        </p:nvSpPr>
        <p:spPr>
          <a:xfrm>
            <a:off x="685800" y="228600"/>
            <a:ext cx="7772400" cy="1219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 (continued)</a:t>
            </a:r>
            <a:endParaRPr/>
          </a:p>
        </p:txBody>
      </p:sp>
      <p:sp>
        <p:nvSpPr>
          <p:cNvPr id="1220" name="Google Shape;1220;p85"/>
          <p:cNvSpPr txBox="1"/>
          <p:nvPr>
            <p:ph idx="1" type="body"/>
          </p:nvPr>
        </p:nvSpPr>
        <p:spPr>
          <a:xfrm>
            <a:off x="685800" y="1600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At maturity level 3, the standards, process descriptions, and procedures for a project are </a:t>
            </a:r>
            <a:r>
              <a:rPr b="1" i="0" lang="en-US" sz="2200" u="none">
                <a:solidFill>
                  <a:schemeClr val="dk1"/>
                </a:solidFill>
                <a:latin typeface="Times New Roman"/>
                <a:ea typeface="Times New Roman"/>
                <a:cs typeface="Times New Roman"/>
                <a:sym typeface="Times New Roman"/>
              </a:rPr>
              <a:t>tailored</a:t>
            </a:r>
            <a:r>
              <a:rPr b="0" i="0" lang="en-US" sz="2200" u="none">
                <a:solidFill>
                  <a:schemeClr val="dk1"/>
                </a:solidFill>
                <a:latin typeface="Times New Roman"/>
                <a:ea typeface="Times New Roman"/>
                <a:cs typeface="Times New Roman"/>
                <a:sym typeface="Times New Roman"/>
              </a:rPr>
              <a:t> from the </a:t>
            </a:r>
            <a:r>
              <a:rPr b="1" i="0" lang="en-US" sz="2200" u="none">
                <a:solidFill>
                  <a:schemeClr val="dk1"/>
                </a:solidFill>
                <a:latin typeface="Times New Roman"/>
                <a:ea typeface="Times New Roman"/>
                <a:cs typeface="Times New Roman"/>
                <a:sym typeface="Times New Roman"/>
              </a:rPr>
              <a:t>organization's set of standard processes </a:t>
            </a:r>
            <a:r>
              <a:rPr b="0" i="0" lang="en-US" sz="2200" u="none">
                <a:solidFill>
                  <a:schemeClr val="dk1"/>
                </a:solidFill>
                <a:latin typeface="Times New Roman"/>
                <a:ea typeface="Times New Roman"/>
                <a:cs typeface="Times New Roman"/>
                <a:sym typeface="Times New Roman"/>
              </a:rPr>
              <a:t>to suit a particular project or organizational unit.</a:t>
            </a:r>
            <a:endParaRPr/>
          </a:p>
          <a:p>
            <a:pPr indent="-203200" lvl="0" marL="342900" marR="0" rtl="0" algn="just">
              <a:lnSpc>
                <a:spcPct val="100000"/>
              </a:lnSpc>
              <a:spcBef>
                <a:spcPts val="440"/>
              </a:spcBef>
              <a:spcAft>
                <a:spcPts val="0"/>
              </a:spcAft>
              <a:buClr>
                <a:schemeClr val="dk1"/>
              </a:buClr>
              <a:buSzPts val="2200"/>
              <a:buFont typeface="Times New Roman"/>
              <a:buNone/>
            </a:pPr>
            <a:r>
              <a:t/>
            </a:r>
            <a:endParaRPr b="0" i="0" sz="2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The organization's set of standard processes includes the processes addressed at maturity level 2 and maturity level 3.</a:t>
            </a:r>
            <a:endParaRPr/>
          </a:p>
          <a:p>
            <a:pPr indent="-203200" lvl="0" marL="342900" marR="0" rtl="0" algn="just">
              <a:lnSpc>
                <a:spcPct val="100000"/>
              </a:lnSpc>
              <a:spcBef>
                <a:spcPts val="440"/>
              </a:spcBef>
              <a:spcAft>
                <a:spcPts val="0"/>
              </a:spcAft>
              <a:buClr>
                <a:schemeClr val="dk1"/>
              </a:buClr>
              <a:buSzPts val="2200"/>
              <a:buFont typeface="Times New Roman"/>
              <a:buNone/>
            </a:pPr>
            <a:r>
              <a:t/>
            </a:r>
            <a:endParaRPr b="0" i="0" sz="2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Another critical distinction is that at maturity level 3, processes are typically described in more detail and more rigorously than at maturity level 2</a:t>
            </a:r>
            <a:endParaRPr/>
          </a:p>
        </p:txBody>
      </p:sp>
      <p:sp>
        <p:nvSpPr>
          <p:cNvPr id="1221" name="Google Shape;1221;p8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8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27" name="Google Shape;1227;p86"/>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Characteristics of Each Level (continued)</a:t>
            </a:r>
            <a:endParaRPr/>
          </a:p>
        </p:txBody>
      </p:sp>
      <p:sp>
        <p:nvSpPr>
          <p:cNvPr id="1228" name="Google Shape;1228;p86"/>
          <p:cNvSpPr txBox="1"/>
          <p:nvPr>
            <p:ph idx="1" type="body"/>
          </p:nvPr>
        </p:nvSpPr>
        <p:spPr>
          <a:xfrm>
            <a:off x="381000" y="1524000"/>
            <a:ext cx="8382000" cy="52578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Quantitatively Managed (Level 4)</a:t>
            </a:r>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4, an organization has achieved all the </a:t>
            </a:r>
            <a:r>
              <a:rPr b="1" i="0" lang="en-US" sz="2000" u="none">
                <a:solidFill>
                  <a:schemeClr val="dk1"/>
                </a:solidFill>
                <a:latin typeface="Times New Roman"/>
                <a:ea typeface="Times New Roman"/>
                <a:cs typeface="Times New Roman"/>
                <a:sym typeface="Times New Roman"/>
              </a:rPr>
              <a:t>specific goals </a:t>
            </a:r>
            <a:r>
              <a:rPr b="0" i="0" lang="en-US" sz="2000" u="none">
                <a:solidFill>
                  <a:schemeClr val="dk1"/>
                </a:solidFill>
                <a:latin typeface="Times New Roman"/>
                <a:ea typeface="Times New Roman"/>
                <a:cs typeface="Times New Roman"/>
                <a:sym typeface="Times New Roman"/>
              </a:rPr>
              <a:t>of the process areas assigned to maturity levels 2, 3, and 4 and the </a:t>
            </a:r>
            <a:r>
              <a:rPr b="1" i="0" lang="en-US" sz="2000" u="none">
                <a:solidFill>
                  <a:schemeClr val="dk1"/>
                </a:solidFill>
                <a:latin typeface="Times New Roman"/>
                <a:ea typeface="Times New Roman"/>
                <a:cs typeface="Times New Roman"/>
                <a:sym typeface="Times New Roman"/>
              </a:rPr>
              <a:t>generic goals</a:t>
            </a:r>
            <a:r>
              <a:rPr b="0" i="0" lang="en-US" sz="2000" u="none">
                <a:solidFill>
                  <a:schemeClr val="dk1"/>
                </a:solidFill>
                <a:latin typeface="Times New Roman"/>
                <a:ea typeface="Times New Roman"/>
                <a:cs typeface="Times New Roman"/>
                <a:sym typeface="Times New Roman"/>
              </a:rPr>
              <a:t> assigned to maturity levels 2 and 3.</a:t>
            </a:r>
            <a:endParaRPr/>
          </a:p>
          <a:p>
            <a:pPr indent="-215900" lvl="0" marL="34290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4 Sub processes are selected that significantly contribute to overall process performance. These selected sub processes are controlled using statistical and other quantitative techniques.</a:t>
            </a:r>
            <a:endParaRPr/>
          </a:p>
          <a:p>
            <a:pPr indent="-215900" lvl="0" marL="34290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Quantitative objectives for quality and process performance are established and used as criteria in managing processes.</a:t>
            </a:r>
            <a:endParaRPr/>
          </a:p>
          <a:p>
            <a:pPr indent="-215900" lvl="0" marL="34290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Quantitative objectives are based on the needs of the customer, end users, organization, and process implementers. </a:t>
            </a:r>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171450" lvl="1" marL="742950" rtl="0" algn="l">
              <a:lnSpc>
                <a:spcPct val="100000"/>
              </a:lnSpc>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a:p>
            <a:pPr indent="-228600" lvl="0" marL="342900" rtl="0" algn="l">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87"/>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Characteristics of Each Level (continued)</a:t>
            </a:r>
            <a:endParaRPr/>
          </a:p>
        </p:txBody>
      </p:sp>
      <p:sp>
        <p:nvSpPr>
          <p:cNvPr id="1234" name="Google Shape;1234;p87"/>
          <p:cNvSpPr txBox="1"/>
          <p:nvPr>
            <p:ph idx="1" type="body"/>
          </p:nvPr>
        </p:nvSpPr>
        <p:spPr>
          <a:xfrm>
            <a:off x="228600" y="1447800"/>
            <a:ext cx="86868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detailed measures of process performance are collected and statistically analyzed.</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Special causes of process variation are identified and, where appropriate, the sources of special causes are corrected to prevent future occurrences.</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 critical distinction between maturity level 3 and maturity level 4 is the predictability of process performance.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4, the performance of processes is controlled using statistical and other quantitative techniques, and is quantitatively predictable. At maturity level 3, processes are only qualitatively predictable.</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marR="0" rtl="0" algn="l">
              <a:lnSpc>
                <a:spcPct val="100000"/>
              </a:lnSpc>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a:p>
            <a:pPr indent="-228600" lvl="0" marL="342900" marR="0" rtl="0" algn="l">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1235" name="Google Shape;1235;p8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88"/>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Characteristics of Each Level (continued)</a:t>
            </a:r>
            <a:endParaRPr/>
          </a:p>
        </p:txBody>
      </p:sp>
      <p:sp>
        <p:nvSpPr>
          <p:cNvPr id="1241" name="Google Shape;1241;p88"/>
          <p:cNvSpPr txBox="1"/>
          <p:nvPr>
            <p:ph idx="1" type="body"/>
          </p:nvPr>
        </p:nvSpPr>
        <p:spPr>
          <a:xfrm>
            <a:off x="228600" y="1524000"/>
            <a:ext cx="8763000" cy="510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Optimizing</a:t>
            </a:r>
            <a:r>
              <a:rPr b="1" i="0" lang="en-US" sz="2000" u="none">
                <a:solidFill>
                  <a:schemeClr val="dk1"/>
                </a:solidFill>
                <a:latin typeface="Times New Roman"/>
                <a:ea typeface="Times New Roman"/>
                <a:cs typeface="Times New Roman"/>
                <a:sym typeface="Times New Roman"/>
              </a:rPr>
              <a:t> (Level 5)</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5, an organization has achieved all the </a:t>
            </a:r>
            <a:r>
              <a:rPr b="1" i="0" lang="en-US" sz="2000" u="none">
                <a:solidFill>
                  <a:schemeClr val="dk1"/>
                </a:solidFill>
                <a:latin typeface="Times New Roman"/>
                <a:ea typeface="Times New Roman"/>
                <a:cs typeface="Times New Roman"/>
                <a:sym typeface="Times New Roman"/>
              </a:rPr>
              <a:t>specific goals</a:t>
            </a:r>
            <a:r>
              <a:rPr b="0" i="0" lang="en-US" sz="2000" u="none">
                <a:solidFill>
                  <a:schemeClr val="dk1"/>
                </a:solidFill>
                <a:latin typeface="Times New Roman"/>
                <a:ea typeface="Times New Roman"/>
                <a:cs typeface="Times New Roman"/>
                <a:sym typeface="Times New Roman"/>
              </a:rPr>
              <a:t> of the process areas assigned to maturity levels 2, 3, 4, and 5 and the </a:t>
            </a:r>
            <a:r>
              <a:rPr b="1" i="0" lang="en-US" sz="2000" u="none">
                <a:solidFill>
                  <a:schemeClr val="dk1"/>
                </a:solidFill>
                <a:latin typeface="Times New Roman"/>
                <a:ea typeface="Times New Roman"/>
                <a:cs typeface="Times New Roman"/>
                <a:sym typeface="Times New Roman"/>
              </a:rPr>
              <a:t>generic goals</a:t>
            </a:r>
            <a:r>
              <a:rPr b="0" i="0" lang="en-US" sz="2000" u="none">
                <a:solidFill>
                  <a:schemeClr val="dk1"/>
                </a:solidFill>
                <a:latin typeface="Times New Roman"/>
                <a:ea typeface="Times New Roman"/>
                <a:cs typeface="Times New Roman"/>
                <a:sym typeface="Times New Roman"/>
              </a:rPr>
              <a:t> assigned to maturity levels 2 and 3.</a:t>
            </a:r>
            <a:endParaRPr/>
          </a:p>
          <a:p>
            <a:pPr indent="-342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Maturity level 5 focuses on continually improving process performance through both incremental and innovative technological improvements.</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At maturity level 4, processes are concerned with addressing special causes.</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1"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5, processes are concerned with addressing common causes.</a:t>
            </a:r>
            <a:endParaRPr b="1"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Times New Roman"/>
              <a:buNone/>
            </a:pPr>
            <a:r>
              <a:t/>
            </a:r>
            <a:endParaRPr b="1" i="0" sz="2000" u="none">
              <a:solidFill>
                <a:schemeClr val="dk1"/>
              </a:solidFill>
              <a:latin typeface="Times New Roman"/>
              <a:ea typeface="Times New Roman"/>
              <a:cs typeface="Times New Roman"/>
              <a:sym typeface="Times New Roman"/>
            </a:endParaRPr>
          </a:p>
        </p:txBody>
      </p:sp>
      <p:sp>
        <p:nvSpPr>
          <p:cNvPr id="1242" name="Google Shape;1242;p8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8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CMMI- Capability Levels</a:t>
            </a:r>
            <a:endParaRPr/>
          </a:p>
        </p:txBody>
      </p:sp>
      <p:sp>
        <p:nvSpPr>
          <p:cNvPr id="1248" name="Google Shape;1248;p89"/>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Level 0 (Incomplete)</a:t>
            </a:r>
            <a:endParaRPr/>
          </a:p>
          <a:p>
            <a:pPr indent="-342900" lvl="0" marL="342900" marR="0" rtl="0" algn="just">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Process area is either not formed or does not achieve goals and objectives defined by CMMI.</a:t>
            </a:r>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Level 1(Performed)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specific goals of CMMI satisfied.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Work tasks completed for defined work.</a:t>
            </a:r>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Level 2 (Managed)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Level 1 criteria satisfied.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Work done on process area conforms to organization’s defined policy</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249" name="Google Shape;1249;p8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9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CMMI- Capability Levels</a:t>
            </a:r>
            <a:endParaRPr/>
          </a:p>
        </p:txBody>
      </p:sp>
      <p:sp>
        <p:nvSpPr>
          <p:cNvPr id="1255" name="Google Shape;1255;p90"/>
          <p:cNvSpPr txBox="1"/>
          <p:nvPr>
            <p:ph idx="1" type="body"/>
          </p:nvPr>
        </p:nvSpPr>
        <p:spPr>
          <a:xfrm>
            <a:off x="152400" y="1752600"/>
            <a:ext cx="87630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Availability of adequate resources.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Stakeholders are actively involved.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work tasks are evaluated and adhere to CMMI standards.</a:t>
            </a:r>
            <a:endParaRPr/>
          </a:p>
          <a:p>
            <a:pPr indent="-342900" lvl="0" marL="34290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Level 3 (Defined)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level 2 criteria satisfied.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Processes are tailored from organization’s set of standard guidelines.</a:t>
            </a:r>
            <a:endParaRPr/>
          </a:p>
          <a:p>
            <a:pPr indent="-342900" lvl="0" marL="34290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Level 4 (Quantitatively managed)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level 3 criteria satisfied.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Quantitative objectives for quality and process performance are established and used as criteria in managing process.</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1256" name="Google Shape;1256;p9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9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CMMI- Capability Levels</a:t>
            </a:r>
            <a:endParaRPr/>
          </a:p>
        </p:txBody>
      </p:sp>
      <p:sp>
        <p:nvSpPr>
          <p:cNvPr id="1262" name="Google Shape;1262;p9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Level 5 (Optimized)</a:t>
            </a:r>
            <a:endParaRPr/>
          </a:p>
          <a:p>
            <a:pPr indent="-177800" lvl="0" marL="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All level 4 criteria satisfied.</a:t>
            </a:r>
            <a:endParaRPr/>
          </a:p>
          <a:p>
            <a:pPr indent="0" lvl="0" marL="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77800" lvl="0" marL="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Process area is optimized to meet changing customer requirements and continually improve the efficiency of the software product</a:t>
            </a:r>
            <a:endParaRPr/>
          </a:p>
        </p:txBody>
      </p:sp>
      <p:sp>
        <p:nvSpPr>
          <p:cNvPr id="1263" name="Google Shape;1263;p9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9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69" name="Google Shape;1269;p92"/>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CMM Structure</a:t>
            </a:r>
            <a:endParaRPr/>
          </a:p>
        </p:txBody>
      </p:sp>
      <p:pic>
        <p:nvPicPr>
          <p:cNvPr id="1270" name="Google Shape;1270;p92"/>
          <p:cNvPicPr preferRelativeResize="0"/>
          <p:nvPr/>
        </p:nvPicPr>
        <p:blipFill rotWithShape="1">
          <a:blip r:embed="rId3">
            <a:alphaModFix/>
          </a:blip>
          <a:srcRect b="10417" l="30467" r="26562" t="18750"/>
          <a:stretch/>
        </p:blipFill>
        <p:spPr>
          <a:xfrm>
            <a:off x="2514600" y="1447800"/>
            <a:ext cx="4191000" cy="51816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9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Software Project Planning</a:t>
            </a:r>
            <a:endParaRPr/>
          </a:p>
        </p:txBody>
      </p:sp>
      <p:sp>
        <p:nvSpPr>
          <p:cNvPr id="1276" name="Google Shape;1276;p9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77" name="Google Shape;1277;p93"/>
          <p:cNvSpPr txBox="1"/>
          <p:nvPr>
            <p:ph idx="1" type="body"/>
          </p:nvPr>
        </p:nvSpPr>
        <p:spPr>
          <a:xfrm>
            <a:off x="685800" y="1676400"/>
            <a:ext cx="7772400" cy="3892550"/>
          </a:xfrm>
          <a:prstGeom prst="rect">
            <a:avLst/>
          </a:prstGeom>
          <a:noFill/>
          <a:ln>
            <a:noFill/>
          </a:ln>
        </p:spPr>
        <p:txBody>
          <a:bodyPr anchorCtr="0" anchor="t" bIns="50000" lIns="101775" spcFirstLastPara="1" rIns="101775" wrap="square" tIns="50000">
            <a:spAutoFit/>
          </a:bodyPr>
          <a:lstStyle/>
          <a:p>
            <a:pPr indent="-342900" lvl="0" marL="342900" marR="0" rtl="0" algn="l">
              <a:lnSpc>
                <a:spcPct val="100000"/>
              </a:lnSpc>
              <a:spcBef>
                <a:spcPts val="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The overall goal of project planning is to establish a pragmatic (practical) strategy for controlling, tracking, and monitoring a complex technical project.</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Why?</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So the end result gets done on time, with quality!</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9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Project Planning-Estimation</a:t>
            </a:r>
            <a:endParaRPr/>
          </a:p>
        </p:txBody>
      </p:sp>
      <p:sp>
        <p:nvSpPr>
          <p:cNvPr id="1283" name="Google Shape;1283;p9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Objective of software </a:t>
            </a:r>
            <a:r>
              <a:rPr b="1" i="0" lang="en-US" sz="2400" u="none">
                <a:solidFill>
                  <a:schemeClr val="dk1"/>
                </a:solidFill>
                <a:latin typeface="Times New Roman"/>
                <a:ea typeface="Times New Roman"/>
                <a:cs typeface="Times New Roman"/>
                <a:sym typeface="Times New Roman"/>
              </a:rPr>
              <a:t>project planning </a:t>
            </a:r>
            <a:r>
              <a:rPr b="0" i="0" lang="en-US" sz="2400" u="none">
                <a:solidFill>
                  <a:schemeClr val="dk1"/>
                </a:solidFill>
                <a:latin typeface="Times New Roman"/>
                <a:ea typeface="Times New Roman"/>
                <a:cs typeface="Times New Roman"/>
                <a:sym typeface="Times New Roman"/>
              </a:rPr>
              <a:t>is to provide a </a:t>
            </a:r>
            <a:r>
              <a:rPr b="1" i="0" lang="en-US" sz="2400" u="none">
                <a:solidFill>
                  <a:schemeClr val="dk1"/>
                </a:solidFill>
                <a:latin typeface="Times New Roman"/>
                <a:ea typeface="Times New Roman"/>
                <a:cs typeface="Times New Roman"/>
                <a:sym typeface="Times New Roman"/>
              </a:rPr>
              <a:t>framework</a:t>
            </a:r>
            <a:r>
              <a:rPr b="0" i="0" lang="en-US" sz="2400" u="none">
                <a:solidFill>
                  <a:schemeClr val="dk1"/>
                </a:solidFill>
                <a:latin typeface="Times New Roman"/>
                <a:ea typeface="Times New Roman"/>
                <a:cs typeface="Times New Roman"/>
                <a:sym typeface="Times New Roman"/>
              </a:rPr>
              <a:t> that enables the manager to make reasonable </a:t>
            </a:r>
            <a:r>
              <a:rPr b="1" i="0" lang="en-US" sz="2400" u="none">
                <a:solidFill>
                  <a:schemeClr val="dk1"/>
                </a:solidFill>
                <a:latin typeface="Times New Roman"/>
                <a:ea typeface="Times New Roman"/>
                <a:cs typeface="Times New Roman"/>
                <a:sym typeface="Times New Roman"/>
              </a:rPr>
              <a:t>estimates</a:t>
            </a:r>
            <a:r>
              <a:rPr b="0" i="0" lang="en-US" sz="2400" u="none">
                <a:solidFill>
                  <a:schemeClr val="dk1"/>
                </a:solidFill>
                <a:latin typeface="Times New Roman"/>
                <a:ea typeface="Times New Roman"/>
                <a:cs typeface="Times New Roman"/>
                <a:sym typeface="Times New Roman"/>
              </a:rPr>
              <a:t> of resources, cost, and schedule.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Estimates should attempt to define best-case and worst-case scenarios so that project outcomes can be bounded.</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Plan must be adapted and updated as the project proceeds.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284" name="Google Shape;1284;p9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9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Project Estimation</a:t>
            </a:r>
            <a:endParaRPr/>
          </a:p>
        </p:txBody>
      </p:sp>
      <p:sp>
        <p:nvSpPr>
          <p:cNvPr id="1290" name="Google Shape;1290;p9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Project scope must be understood.</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Elaboration (decomposition) is necessary.</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Historical metrics are very helpful.</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At least two different techniques should be used.</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Uncertainty is inherent in the process.</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291" name="Google Shape;1291;p9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9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Product Metrics</a:t>
            </a:r>
            <a:endParaRPr/>
          </a:p>
        </p:txBody>
      </p:sp>
      <p:sp>
        <p:nvSpPr>
          <p:cNvPr id="1297" name="Google Shape;1297;p9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Product metrics of computer software provide us with a systematic way to assess quality based on a set of clearly defined rules.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Product metrics help in assessing efficiency,  reliability, complexity, understandability and maintainability of sot ware product.</a:t>
            </a:r>
            <a:endParaRPr/>
          </a:p>
        </p:txBody>
      </p:sp>
      <p:sp>
        <p:nvSpPr>
          <p:cNvPr id="1298" name="Google Shape;1298;p9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9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04" name="Google Shape;1304;p97"/>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function point (FP) metric can be used effectively as a means for </a:t>
            </a:r>
            <a:r>
              <a:rPr b="1" i="0" lang="en-US" sz="2400" u="none">
                <a:solidFill>
                  <a:schemeClr val="dk1"/>
                </a:solidFill>
                <a:latin typeface="Times New Roman"/>
                <a:ea typeface="Times New Roman"/>
                <a:cs typeface="Times New Roman"/>
                <a:sym typeface="Times New Roman"/>
              </a:rPr>
              <a:t>measuring the functionality </a:t>
            </a:r>
            <a:r>
              <a:rPr b="0" i="0" lang="en-US" sz="2400" u="none">
                <a:solidFill>
                  <a:schemeClr val="dk1"/>
                </a:solidFill>
                <a:latin typeface="Times New Roman"/>
                <a:ea typeface="Times New Roman"/>
                <a:cs typeface="Times New Roman"/>
                <a:sym typeface="Times New Roman"/>
              </a:rPr>
              <a:t>delivered by a system.</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Function Point (FP) </a:t>
            </a:r>
            <a:r>
              <a:rPr b="0" i="0" lang="en-US" sz="2400" u="none">
                <a:solidFill>
                  <a:schemeClr val="dk1"/>
                </a:solidFill>
                <a:latin typeface="Times New Roman"/>
                <a:ea typeface="Times New Roman"/>
                <a:cs typeface="Times New Roman"/>
                <a:sym typeface="Times New Roman"/>
              </a:rPr>
              <a:t>metric</a:t>
            </a:r>
            <a:r>
              <a:rPr b="0" i="1" lang="en-US" sz="2400" u="none">
                <a:solidFill>
                  <a:schemeClr val="dk1"/>
                </a:solidFill>
                <a:latin typeface="Times New Roman"/>
                <a:ea typeface="Times New Roman"/>
                <a:cs typeface="Times New Roman"/>
                <a:sym typeface="Times New Roman"/>
              </a:rPr>
              <a:t> </a:t>
            </a:r>
            <a:r>
              <a:rPr b="0" i="0" lang="en-US" sz="2400" u="none">
                <a:solidFill>
                  <a:schemeClr val="dk1"/>
                </a:solidFill>
                <a:latin typeface="Times New Roman"/>
                <a:ea typeface="Times New Roman"/>
                <a:cs typeface="Times New Roman"/>
                <a:sym typeface="Times New Roman"/>
              </a:rPr>
              <a:t>can be used effectively as a means for </a:t>
            </a:r>
            <a:r>
              <a:rPr b="1" i="0" lang="en-US" sz="2400" u="none">
                <a:solidFill>
                  <a:schemeClr val="dk1"/>
                </a:solidFill>
                <a:latin typeface="Times New Roman"/>
                <a:ea typeface="Times New Roman"/>
                <a:cs typeface="Times New Roman"/>
                <a:sym typeface="Times New Roman"/>
              </a:rPr>
              <a:t>measuring the functionality </a:t>
            </a:r>
            <a:r>
              <a:rPr b="0" i="0" lang="en-US" sz="2400" u="none">
                <a:solidFill>
                  <a:schemeClr val="dk1"/>
                </a:solidFill>
                <a:latin typeface="Times New Roman"/>
                <a:ea typeface="Times New Roman"/>
                <a:cs typeface="Times New Roman"/>
                <a:sym typeface="Times New Roman"/>
              </a:rPr>
              <a:t>delivered by a </a:t>
            </a:r>
            <a:r>
              <a:rPr b="1" i="0" lang="en-US" sz="2400" u="none">
                <a:solidFill>
                  <a:schemeClr val="dk1"/>
                </a:solidFill>
                <a:latin typeface="Times New Roman"/>
                <a:ea typeface="Times New Roman"/>
                <a:cs typeface="Times New Roman"/>
                <a:sym typeface="Times New Roman"/>
              </a:rPr>
              <a:t>system.</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Function point metrics, </a:t>
            </a:r>
            <a:r>
              <a:rPr b="1" i="0" lang="en-US" sz="2400" u="none">
                <a:solidFill>
                  <a:schemeClr val="dk1"/>
                </a:solidFill>
                <a:latin typeface="Times New Roman"/>
                <a:ea typeface="Times New Roman"/>
                <a:cs typeface="Times New Roman"/>
                <a:sym typeface="Times New Roman"/>
              </a:rPr>
              <a:t>measure functionality </a:t>
            </a:r>
            <a:r>
              <a:rPr b="0" i="0" lang="en-US" sz="2400" u="none">
                <a:solidFill>
                  <a:schemeClr val="dk1"/>
                </a:solidFill>
                <a:latin typeface="Times New Roman"/>
                <a:ea typeface="Times New Roman"/>
                <a:cs typeface="Times New Roman"/>
                <a:sym typeface="Times New Roman"/>
              </a:rPr>
              <a:t>from the </a:t>
            </a:r>
            <a:r>
              <a:rPr b="1" i="0" lang="en-US" sz="2400" u="none">
                <a:solidFill>
                  <a:schemeClr val="dk1"/>
                </a:solidFill>
                <a:latin typeface="Times New Roman"/>
                <a:ea typeface="Times New Roman"/>
                <a:cs typeface="Times New Roman"/>
                <a:sym typeface="Times New Roman"/>
              </a:rPr>
              <a:t>users point of view</a:t>
            </a:r>
            <a:r>
              <a:rPr b="0" i="0" lang="en-US" sz="2400" u="none">
                <a:solidFill>
                  <a:schemeClr val="dk1"/>
                </a:solidFill>
                <a:latin typeface="Times New Roman"/>
                <a:ea typeface="Times New Roman"/>
                <a:cs typeface="Times New Roman"/>
                <a:sym typeface="Times New Roman"/>
              </a:rPr>
              <a:t>, that is, on the basis of what the user requests and receives in return</a:t>
            </a:r>
            <a:endParaRPr/>
          </a:p>
        </p:txBody>
      </p:sp>
      <p:sp>
        <p:nvSpPr>
          <p:cNvPr id="1305" name="Google Shape;1305;p9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9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11" name="Google Shape;1311;p98"/>
          <p:cNvSpPr txBox="1"/>
          <p:nvPr>
            <p:ph idx="1" type="body"/>
          </p:nvPr>
        </p:nvSpPr>
        <p:spPr>
          <a:xfrm>
            <a:off x="685800" y="1828800"/>
            <a:ext cx="7772400" cy="4724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FP metric can then be used to:</a:t>
            </a:r>
            <a:endParaRPr/>
          </a:p>
          <a:p>
            <a:pPr indent="-342900" lvl="0" marL="342900" marR="0" rtl="0" algn="just">
              <a:lnSpc>
                <a:spcPct val="100000"/>
              </a:lnSpc>
              <a:spcBef>
                <a:spcPts val="560"/>
              </a:spcBef>
              <a:spcAft>
                <a:spcPts val="0"/>
              </a:spcAft>
              <a:buClr>
                <a:schemeClr val="dk1"/>
              </a:buClr>
              <a:buSzPts val="2800"/>
              <a:buFont typeface="Times New Roman"/>
              <a:buAutoNum type="arabicParenBoth"/>
            </a:pPr>
            <a:r>
              <a:rPr b="0" i="0" lang="en-US" sz="2800" u="none">
                <a:solidFill>
                  <a:schemeClr val="dk1"/>
                </a:solidFill>
                <a:latin typeface="Times New Roman"/>
                <a:ea typeface="Times New Roman"/>
                <a:cs typeface="Times New Roman"/>
                <a:sym typeface="Times New Roman"/>
              </a:rPr>
              <a:t>estimate the </a:t>
            </a:r>
            <a:r>
              <a:rPr b="1" i="0" lang="en-US" sz="2800" u="none">
                <a:solidFill>
                  <a:schemeClr val="dk1"/>
                </a:solidFill>
                <a:latin typeface="Times New Roman"/>
                <a:ea typeface="Times New Roman"/>
                <a:cs typeface="Times New Roman"/>
                <a:sym typeface="Times New Roman"/>
              </a:rPr>
              <a:t>cost or effort </a:t>
            </a:r>
            <a:r>
              <a:rPr b="0" i="0" lang="en-US" sz="2800" u="none">
                <a:solidFill>
                  <a:schemeClr val="dk1"/>
                </a:solidFill>
                <a:latin typeface="Times New Roman"/>
                <a:ea typeface="Times New Roman"/>
                <a:cs typeface="Times New Roman"/>
                <a:sym typeface="Times New Roman"/>
              </a:rPr>
              <a:t>required to design   code and test the software.</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 predict the </a:t>
            </a:r>
            <a:r>
              <a:rPr b="1" i="0" lang="en-US" sz="2800" u="none">
                <a:solidFill>
                  <a:schemeClr val="dk1"/>
                </a:solidFill>
                <a:latin typeface="Times New Roman"/>
                <a:ea typeface="Times New Roman"/>
                <a:cs typeface="Times New Roman"/>
                <a:sym typeface="Times New Roman"/>
              </a:rPr>
              <a:t>number of errors </a:t>
            </a:r>
            <a:r>
              <a:rPr b="0" i="0" lang="en-US" sz="2800" u="none">
                <a:solidFill>
                  <a:schemeClr val="dk1"/>
                </a:solidFill>
                <a:latin typeface="Times New Roman"/>
                <a:ea typeface="Times New Roman"/>
                <a:cs typeface="Times New Roman"/>
                <a:sym typeface="Times New Roman"/>
              </a:rPr>
              <a:t>that will be        encountered during testing.</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 </a:t>
            </a:r>
            <a:r>
              <a:rPr b="1" i="0" lang="en-US" sz="2800" u="none">
                <a:solidFill>
                  <a:schemeClr val="dk1"/>
                </a:solidFill>
                <a:latin typeface="Times New Roman"/>
                <a:ea typeface="Times New Roman"/>
                <a:cs typeface="Times New Roman"/>
                <a:sym typeface="Times New Roman"/>
              </a:rPr>
              <a:t>forecast</a:t>
            </a:r>
            <a:r>
              <a:rPr b="0" i="0" lang="en-US" sz="2800" u="none">
                <a:solidFill>
                  <a:schemeClr val="dk1"/>
                </a:solidFill>
                <a:latin typeface="Times New Roman"/>
                <a:ea typeface="Times New Roman"/>
                <a:cs typeface="Times New Roman"/>
                <a:sym typeface="Times New Roman"/>
              </a:rPr>
              <a:t> the number of components and/or the number of projected source lines in the implemented system.</a:t>
            </a:r>
            <a:endParaRPr/>
          </a:p>
        </p:txBody>
      </p:sp>
      <p:sp>
        <p:nvSpPr>
          <p:cNvPr id="1312" name="Google Shape;1312;p9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99"/>
          <p:cNvSpPr txBox="1"/>
          <p:nvPr>
            <p:ph type="title"/>
          </p:nvPr>
        </p:nvSpPr>
        <p:spPr>
          <a:xfrm>
            <a:off x="685800" y="609600"/>
            <a:ext cx="77724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18" name="Google Shape;1318;p99"/>
          <p:cNvSpPr txBox="1"/>
          <p:nvPr>
            <p:ph idx="1" type="body"/>
          </p:nvPr>
        </p:nvSpPr>
        <p:spPr>
          <a:xfrm>
            <a:off x="228600" y="1447800"/>
            <a:ext cx="8763000" cy="5257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Information domain values for measurement of FP:</a:t>
            </a:r>
            <a:endParaRPr/>
          </a:p>
          <a:p>
            <a:pPr indent="-342900" lvl="0" marL="342900" marR="0" rtl="0" algn="just">
              <a:lnSpc>
                <a:spcPct val="100000"/>
              </a:lnSpc>
              <a:spcBef>
                <a:spcPts val="480"/>
              </a:spcBef>
              <a:spcAft>
                <a:spcPts val="0"/>
              </a:spcAft>
              <a:buClr>
                <a:schemeClr val="dk1"/>
              </a:buClr>
              <a:buSzPts val="2400"/>
              <a:buFont typeface="Times New Roman"/>
              <a:buAutoNum type="arabicPeriod"/>
            </a:pPr>
            <a:r>
              <a:rPr b="1" i="0" lang="en-US" sz="2400" u="none">
                <a:solidFill>
                  <a:schemeClr val="dk1"/>
                </a:solidFill>
                <a:latin typeface="Times New Roman"/>
                <a:ea typeface="Times New Roman"/>
                <a:cs typeface="Times New Roman"/>
                <a:sym typeface="Times New Roman"/>
              </a:rPr>
              <a:t>Number of external inputs (EIs)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An EI processes data or control information that comes from outside the application’s boundary.</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Inputs should be distinguished from inquiries, which are counted separately.</a:t>
            </a:r>
            <a:endParaRPr/>
          </a:p>
          <a:p>
            <a:pPr indent="-3429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 </a:t>
            </a:r>
            <a:r>
              <a:rPr b="1" i="0" lang="en-US" sz="2400" u="none">
                <a:solidFill>
                  <a:schemeClr val="dk1"/>
                </a:solidFill>
                <a:latin typeface="Times New Roman"/>
                <a:ea typeface="Times New Roman"/>
                <a:cs typeface="Times New Roman"/>
                <a:sym typeface="Times New Roman"/>
              </a:rPr>
              <a:t>Number of external outputs (EOs).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An EO is an elementary process that generates data or control information sent outside the application’s boundary</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Each external output is derived data within the application that provides information to the user.</a:t>
            </a:r>
            <a:endParaRPr/>
          </a:p>
        </p:txBody>
      </p:sp>
      <p:sp>
        <p:nvSpPr>
          <p:cNvPr id="1319" name="Google Shape;1319;p9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00"/>
          <p:cNvSpPr txBox="1"/>
          <p:nvPr>
            <p:ph type="title"/>
          </p:nvPr>
        </p:nvSpPr>
        <p:spPr>
          <a:xfrm>
            <a:off x="685800" y="609600"/>
            <a:ext cx="77724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25" name="Google Shape;1325;p100"/>
          <p:cNvSpPr txBox="1"/>
          <p:nvPr>
            <p:ph idx="1" type="body"/>
          </p:nvPr>
        </p:nvSpPr>
        <p:spPr>
          <a:xfrm>
            <a:off x="228600" y="1447800"/>
            <a:ext cx="8763000" cy="525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external output refers to reports, screens, error messages, etc. </a:t>
            </a:r>
            <a:endParaRPr/>
          </a:p>
          <a:p>
            <a:pPr indent="-3429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3</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Number of external inquiries (EQs).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External Inquiry (EQ) is a transaction function with both input and output components that result in data retrieval.</a:t>
            </a:r>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An external inquiry is defined as an online input that results in the generation of some immediate software response in the form of an online output.</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1326" name="Google Shape;1326;p10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01"/>
          <p:cNvSpPr txBox="1"/>
          <p:nvPr>
            <p:ph type="title"/>
          </p:nvPr>
        </p:nvSpPr>
        <p:spPr>
          <a:xfrm>
            <a:off x="685800" y="609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32" name="Google Shape;1332;p101"/>
          <p:cNvSpPr txBox="1"/>
          <p:nvPr>
            <p:ph idx="1" type="body"/>
          </p:nvPr>
        </p:nvSpPr>
        <p:spPr>
          <a:xfrm>
            <a:off x="152400" y="1524000"/>
            <a:ext cx="8839200" cy="510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4. Number of internal logical files (ILFs).</a:t>
            </a:r>
            <a:endParaRPr/>
          </a:p>
          <a:p>
            <a:pPr indent="-152400" lvl="0" marL="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Internal Logical File (ILF) is a user identifiable group of logically related data or control information that resides entirely within the application boundary.</a:t>
            </a:r>
            <a:endParaRPr/>
          </a:p>
          <a:p>
            <a:pPr indent="0" lvl="0" marL="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Maintained via external inputs (EI).</a:t>
            </a:r>
            <a:endParaRPr/>
          </a:p>
          <a:p>
            <a:pPr indent="0" lvl="0" marL="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5. Number of external interface files (EIFs).</a:t>
            </a:r>
            <a:endParaRPr/>
          </a:p>
          <a:p>
            <a:pPr indent="-152400" lvl="0" marL="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the data resides entirely outside the application and is maintained by another application. The external interface file is an internal logical file for another application.</a:t>
            </a:r>
            <a:endParaRPr/>
          </a:p>
        </p:txBody>
      </p:sp>
      <p:sp>
        <p:nvSpPr>
          <p:cNvPr id="1333" name="Google Shape;1333;p10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0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39" name="Google Shape;1339;p10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To compute function points (FP), the following relationship is used:</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where count total is the sum of all FP entries </a:t>
            </a:r>
            <a:endParaRPr/>
          </a:p>
        </p:txBody>
      </p:sp>
      <p:sp>
        <p:nvSpPr>
          <p:cNvPr id="1340" name="Google Shape;1340;p10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41" name="Google Shape;1341;p102"/>
          <p:cNvPicPr preferRelativeResize="0"/>
          <p:nvPr/>
        </p:nvPicPr>
        <p:blipFill rotWithShape="1">
          <a:blip r:embed="rId3">
            <a:alphaModFix/>
          </a:blip>
          <a:srcRect b="0" l="0" r="0" t="0"/>
          <a:stretch/>
        </p:blipFill>
        <p:spPr>
          <a:xfrm>
            <a:off x="1143000" y="3276600"/>
            <a:ext cx="6781800" cy="12954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0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47" name="Google Shape;1347;p103"/>
          <p:cNvPicPr preferRelativeResize="0"/>
          <p:nvPr/>
        </p:nvPicPr>
        <p:blipFill rotWithShape="1">
          <a:blip r:embed="rId3">
            <a:alphaModFix/>
          </a:blip>
          <a:srcRect b="0" l="0" r="0" t="0"/>
          <a:stretch/>
        </p:blipFill>
        <p:spPr>
          <a:xfrm>
            <a:off x="304800" y="685800"/>
            <a:ext cx="8610600" cy="60198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10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53" name="Google Shape;1353;p104"/>
          <p:cNvPicPr preferRelativeResize="0"/>
          <p:nvPr/>
        </p:nvPicPr>
        <p:blipFill rotWithShape="1">
          <a:blip r:embed="rId3">
            <a:alphaModFix/>
          </a:blip>
          <a:srcRect b="0" l="0" r="0" t="0"/>
          <a:stretch/>
        </p:blipFill>
        <p:spPr>
          <a:xfrm>
            <a:off x="0" y="0"/>
            <a:ext cx="9067800" cy="66294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05"/>
          <p:cNvSpPr txBox="1"/>
          <p:nvPr>
            <p:ph type="title"/>
          </p:nvPr>
        </p:nvSpPr>
        <p:spPr>
          <a:xfrm>
            <a:off x="685800" y="609600"/>
            <a:ext cx="77724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59" name="Google Shape;1359;p105"/>
          <p:cNvSpPr txBox="1"/>
          <p:nvPr>
            <p:ph idx="1" type="body"/>
          </p:nvPr>
        </p:nvSpPr>
        <p:spPr>
          <a:xfrm>
            <a:off x="304800" y="1600200"/>
            <a:ext cx="86106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Each of these questions is answered for VAF using a scale that ranges from 0 (not important or applicable) to 5 (absolutely essential).</a:t>
            </a:r>
            <a:endParaRPr/>
          </a:p>
        </p:txBody>
      </p:sp>
      <p:sp>
        <p:nvSpPr>
          <p:cNvPr id="1360" name="Google Shape;1360;p10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10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66" name="Google Shape;1366;p106"/>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0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72" name="Google Shape;1372;p10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Example FP: </a:t>
            </a:r>
            <a:r>
              <a:rPr b="0" i="0" lang="en-US" sz="32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..\..\Desktop\Example FP.docx</a:t>
            </a:r>
            <a:endParaRPr/>
          </a:p>
        </p:txBody>
      </p:sp>
      <p:sp>
        <p:nvSpPr>
          <p:cNvPr id="1373" name="Google Shape;1373;p10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74" name="Google Shape;1374;p107"/>
          <p:cNvPicPr preferRelativeResize="0"/>
          <p:nvPr/>
        </p:nvPicPr>
        <p:blipFill rotWithShape="1">
          <a:blip r:embed="rId4">
            <a:alphaModFix/>
          </a:blip>
          <a:srcRect b="0" l="0" r="0" t="0"/>
          <a:stretch/>
        </p:blipFill>
        <p:spPr>
          <a:xfrm>
            <a:off x="0" y="2057400"/>
            <a:ext cx="9144000" cy="9906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10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80" name="Google Shape;1380;p108"/>
          <p:cNvPicPr preferRelativeResize="0"/>
          <p:nvPr/>
        </p:nvPicPr>
        <p:blipFill rotWithShape="1">
          <a:blip r:embed="rId3">
            <a:alphaModFix/>
          </a:blip>
          <a:srcRect b="0" l="0" r="0" t="0"/>
          <a:stretch/>
        </p:blipFill>
        <p:spPr>
          <a:xfrm>
            <a:off x="152400" y="228600"/>
            <a:ext cx="8991600" cy="64008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0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Line Of Code (LOC)</a:t>
            </a:r>
            <a:endParaRPr/>
          </a:p>
        </p:txBody>
      </p:sp>
      <p:sp>
        <p:nvSpPr>
          <p:cNvPr id="1386" name="Google Shape;1386;p109"/>
          <p:cNvSpPr txBox="1"/>
          <p:nvPr>
            <p:ph idx="1" type="body"/>
          </p:nvPr>
        </p:nvSpPr>
        <p:spPr>
          <a:xfrm>
            <a:off x="685800" y="18288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LOC is a software metric used to measure the size of computer program by counting number of lines in the text of program’s source code.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Lines used for commenting code and header files are ignored.</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LOC is typically used to predict the amount of effort that will be required to develop a program as well as to estimate programming productivity or maintainability once the software product is developed.</a:t>
            </a:r>
            <a:endParaRPr/>
          </a:p>
        </p:txBody>
      </p:sp>
      <p:sp>
        <p:nvSpPr>
          <p:cNvPr id="1387" name="Google Shape;1387;p10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1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Line Of Code (LOC)</a:t>
            </a:r>
            <a:endParaRPr/>
          </a:p>
        </p:txBody>
      </p:sp>
      <p:sp>
        <p:nvSpPr>
          <p:cNvPr id="1393" name="Google Shape;1393;p11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Two major types of LOC:</a:t>
            </a:r>
            <a:endParaRPr/>
          </a:p>
          <a:p>
            <a:pPr indent="-342900" lvl="0" marL="342900" marR="0" rtl="0" algn="l">
              <a:lnSpc>
                <a:spcPct val="100000"/>
              </a:lnSpc>
              <a:spcBef>
                <a:spcPts val="640"/>
              </a:spcBef>
              <a:spcAft>
                <a:spcPts val="0"/>
              </a:spcAft>
              <a:buClr>
                <a:schemeClr val="dk1"/>
              </a:buClr>
              <a:buSzPts val="3200"/>
              <a:buFont typeface="Times New Roman"/>
              <a:buAutoNum type="arabicPeriod"/>
            </a:pPr>
            <a:r>
              <a:rPr b="0" i="0" lang="en-US" sz="3200" u="none">
                <a:solidFill>
                  <a:schemeClr val="dk1"/>
                </a:solidFill>
                <a:latin typeface="Times New Roman"/>
                <a:ea typeface="Times New Roman"/>
                <a:cs typeface="Times New Roman"/>
                <a:sym typeface="Times New Roman"/>
              </a:rPr>
              <a:t>Physical LOC: count text</a:t>
            </a:r>
            <a:endParaRPr/>
          </a:p>
          <a:p>
            <a:pPr indent="-342900" lvl="0" marL="342900" marR="0" rtl="0" algn="l">
              <a:lnSpc>
                <a:spcPct val="100000"/>
              </a:lnSpc>
              <a:spcBef>
                <a:spcPts val="640"/>
              </a:spcBef>
              <a:spcAft>
                <a:spcPts val="0"/>
              </a:spcAft>
              <a:buClr>
                <a:schemeClr val="dk1"/>
              </a:buClr>
              <a:buSzPts val="3200"/>
              <a:buFont typeface="Times New Roman"/>
              <a:buAutoNum type="arabicPeriod"/>
            </a:pPr>
            <a:r>
              <a:rPr b="0" i="0" lang="en-US" sz="3200" u="none">
                <a:solidFill>
                  <a:schemeClr val="dk1"/>
                </a:solidFill>
                <a:latin typeface="Times New Roman"/>
                <a:ea typeface="Times New Roman"/>
                <a:cs typeface="Times New Roman"/>
                <a:sym typeface="Times New Roman"/>
              </a:rPr>
              <a:t>Logical LOC: count number of executable statements</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LOC example: </a:t>
            </a:r>
            <a:r>
              <a:rPr b="0" i="0" lang="en-US" sz="32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..\..\Desktop\Example LOC.docx</a:t>
            </a:r>
            <a:endParaRPr/>
          </a:p>
          <a:p>
            <a:pPr indent="-139700" lvl="0" marL="342900" marR="0" rtl="0" algn="l">
              <a:spcBef>
                <a:spcPts val="640"/>
              </a:spcBef>
              <a:spcAft>
                <a:spcPts val="0"/>
              </a:spcAft>
              <a:buClr>
                <a:schemeClr val="dk1"/>
              </a:buClr>
              <a:buSzPts val="3200"/>
              <a:buFont typeface="Times New Roman"/>
              <a:buNone/>
            </a:pPr>
            <a:r>
              <a:t/>
            </a:r>
            <a:endParaRPr b="0" i="0" sz="3200" u="sng">
              <a:solidFill>
                <a:schemeClr val="dk1"/>
              </a:solidFill>
              <a:latin typeface="Times New Roman"/>
              <a:ea typeface="Times New Roman"/>
              <a:cs typeface="Times New Roman"/>
              <a:sym typeface="Times New Roman"/>
              <a:hlinkClick r:id="rId4">
                <a:extLst>
                  <a:ext uri="{A12FA001-AC4F-418D-AE19-62706E023703}">
                    <ahyp:hlinkClr val="tx"/>
                  </a:ext>
                </a:extLst>
              </a:hlinkClick>
            </a:endParaRPr>
          </a:p>
        </p:txBody>
      </p:sp>
      <p:sp>
        <p:nvSpPr>
          <p:cNvPr id="1394" name="Google Shape;1394;p1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1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Structure of Estimation Models</a:t>
            </a:r>
            <a:endParaRPr/>
          </a:p>
        </p:txBody>
      </p:sp>
      <p:sp>
        <p:nvSpPr>
          <p:cNvPr id="1400" name="Google Shape;1400;p111"/>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The overall structure of such models takes the form:</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1" lang="en-US" sz="3200" u="none">
                <a:solidFill>
                  <a:schemeClr val="dk1"/>
                </a:solidFill>
                <a:latin typeface="Times New Roman"/>
                <a:ea typeface="Times New Roman"/>
                <a:cs typeface="Times New Roman"/>
                <a:sym typeface="Times New Roman"/>
              </a:rPr>
              <a:t>A, B, and C are empirically derived constants, </a:t>
            </a:r>
            <a:endParaRPr/>
          </a:p>
          <a:p>
            <a:pPr indent="-342900" lvl="0" marL="342900" marR="0" rtl="0" algn="l">
              <a:lnSpc>
                <a:spcPct val="100000"/>
              </a:lnSpc>
              <a:spcBef>
                <a:spcPts val="640"/>
              </a:spcBef>
              <a:spcAft>
                <a:spcPts val="0"/>
              </a:spcAft>
              <a:buClr>
                <a:schemeClr val="dk1"/>
              </a:buClr>
              <a:buSzPts val="3200"/>
              <a:buFont typeface="Times New Roman"/>
              <a:buChar char="•"/>
            </a:pPr>
            <a:r>
              <a:rPr b="0" i="1" lang="en-US" sz="3200" u="none">
                <a:solidFill>
                  <a:schemeClr val="dk1"/>
                </a:solidFill>
                <a:latin typeface="Times New Roman"/>
                <a:ea typeface="Times New Roman"/>
                <a:cs typeface="Times New Roman"/>
                <a:sym typeface="Times New Roman"/>
              </a:rPr>
              <a:t>E is effort in person-months, and</a:t>
            </a:r>
            <a:endParaRPr/>
          </a:p>
          <a:p>
            <a:pPr indent="-342900" lvl="0" marL="342900" marR="0" rtl="0" algn="l">
              <a:lnSpc>
                <a:spcPct val="100000"/>
              </a:lnSpc>
              <a:spcBef>
                <a:spcPts val="640"/>
              </a:spcBef>
              <a:spcAft>
                <a:spcPts val="0"/>
              </a:spcAft>
              <a:buClr>
                <a:schemeClr val="dk1"/>
              </a:buClr>
              <a:buSzPts val="3200"/>
              <a:buFont typeface="Times New Roman"/>
              <a:buChar char="•"/>
            </a:pPr>
            <a:r>
              <a:rPr b="0" i="1" lang="en-US" sz="3200" u="none">
                <a:solidFill>
                  <a:schemeClr val="dk1"/>
                </a:solidFill>
                <a:latin typeface="Times New Roman"/>
                <a:ea typeface="Times New Roman"/>
                <a:cs typeface="Times New Roman"/>
                <a:sym typeface="Times New Roman"/>
              </a:rPr>
              <a:t>ev is the estimation variable (either LOC or FP).</a:t>
            </a:r>
            <a:endParaRPr/>
          </a:p>
        </p:txBody>
      </p:sp>
      <p:sp>
        <p:nvSpPr>
          <p:cNvPr id="1401" name="Google Shape;1401;p1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02" name="Google Shape;1402;p111"/>
          <p:cNvPicPr preferRelativeResize="0"/>
          <p:nvPr/>
        </p:nvPicPr>
        <p:blipFill rotWithShape="1">
          <a:blip r:embed="rId3">
            <a:alphaModFix/>
          </a:blip>
          <a:srcRect b="0" l="0" r="0" t="0"/>
          <a:stretch/>
        </p:blipFill>
        <p:spPr>
          <a:xfrm>
            <a:off x="2743200" y="3200400"/>
            <a:ext cx="2667000" cy="557212"/>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1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08" name="Google Shape;1408;p112"/>
          <p:cNvPicPr preferRelativeResize="0"/>
          <p:nvPr/>
        </p:nvPicPr>
        <p:blipFill rotWithShape="1">
          <a:blip r:embed="rId3">
            <a:alphaModFix/>
          </a:blip>
          <a:srcRect b="0" l="0" r="0" t="0"/>
          <a:stretch/>
        </p:blipFill>
        <p:spPr>
          <a:xfrm>
            <a:off x="311150" y="1828800"/>
            <a:ext cx="8521700" cy="32004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1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COCOMO(Constructive Cost Model)</a:t>
            </a:r>
            <a:endParaRPr/>
          </a:p>
        </p:txBody>
      </p:sp>
      <p:sp>
        <p:nvSpPr>
          <p:cNvPr id="1414" name="Google Shape;1414;p113"/>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62626"/>
              </a:buClr>
              <a:buSzPts val="2000"/>
              <a:buFont typeface="Times New Roman"/>
              <a:buChar char="•"/>
            </a:pPr>
            <a:r>
              <a:rPr b="0" i="0" lang="en-US" sz="2000" u="none">
                <a:solidFill>
                  <a:srgbClr val="262626"/>
                </a:solidFill>
                <a:latin typeface="Times New Roman"/>
                <a:ea typeface="Times New Roman"/>
                <a:cs typeface="Times New Roman"/>
                <a:sym typeface="Times New Roman"/>
              </a:rPr>
              <a:t>COCOMO II is actually a hierarchy of estimation models that address the following areas:</a:t>
            </a:r>
            <a:endParaRPr/>
          </a:p>
          <a:p>
            <a:pPr indent="-215900" lvl="0" marL="342900" marR="0" rtl="0" algn="l">
              <a:lnSpc>
                <a:spcPct val="100000"/>
              </a:lnSpc>
              <a:spcBef>
                <a:spcPts val="3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rgbClr val="262626"/>
              </a:buClr>
              <a:buSzPts val="2000"/>
              <a:buFont typeface="Times New Roman"/>
              <a:buChar char="•"/>
            </a:pPr>
            <a:r>
              <a:rPr b="1" i="1" lang="en-US" sz="2000" u="none">
                <a:solidFill>
                  <a:srgbClr val="262626"/>
                </a:solidFill>
                <a:latin typeface="Times New Roman"/>
                <a:ea typeface="Times New Roman"/>
                <a:cs typeface="Times New Roman"/>
                <a:sym typeface="Times New Roman"/>
              </a:rPr>
              <a:t>Application composition model. </a:t>
            </a:r>
            <a:r>
              <a:rPr b="0" i="0" lang="en-US" sz="2000" u="none">
                <a:solidFill>
                  <a:srgbClr val="262626"/>
                </a:solidFill>
                <a:latin typeface="Times New Roman"/>
                <a:ea typeface="Times New Roman"/>
                <a:cs typeface="Times New Roman"/>
                <a:sym typeface="Times New Roman"/>
              </a:rPr>
              <a:t>Used during the early stages of software engineering, when prototyping of user interfaces, consideration of software and system interaction, assessment of performance, and evaluation of technology maturity are paramount.</a:t>
            </a:r>
            <a:endParaRPr/>
          </a:p>
          <a:p>
            <a:pPr indent="-215900" lvl="0" marL="342900" marR="0" rtl="0" algn="l">
              <a:lnSpc>
                <a:spcPct val="100000"/>
              </a:lnSpc>
              <a:spcBef>
                <a:spcPts val="3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rgbClr val="262626"/>
              </a:buClr>
              <a:buSzPts val="2000"/>
              <a:buFont typeface="Times New Roman"/>
              <a:buChar char="•"/>
            </a:pPr>
            <a:r>
              <a:rPr b="1" i="1" lang="en-US" sz="2000" u="none">
                <a:solidFill>
                  <a:srgbClr val="262626"/>
                </a:solidFill>
                <a:latin typeface="Times New Roman"/>
                <a:ea typeface="Times New Roman"/>
                <a:cs typeface="Times New Roman"/>
                <a:sym typeface="Times New Roman"/>
              </a:rPr>
              <a:t>Early design stage model</a:t>
            </a:r>
            <a:r>
              <a:rPr b="0" i="1" lang="en-US" sz="2000" u="none">
                <a:solidFill>
                  <a:srgbClr val="262626"/>
                </a:solidFill>
                <a:latin typeface="Times New Roman"/>
                <a:ea typeface="Times New Roman"/>
                <a:cs typeface="Times New Roman"/>
                <a:sym typeface="Times New Roman"/>
              </a:rPr>
              <a:t>.</a:t>
            </a:r>
            <a:r>
              <a:rPr b="0" i="0" lang="en-US" sz="2000" u="none">
                <a:solidFill>
                  <a:srgbClr val="262626"/>
                </a:solidFill>
                <a:latin typeface="Times New Roman"/>
                <a:ea typeface="Times New Roman"/>
                <a:cs typeface="Times New Roman"/>
                <a:sym typeface="Times New Roman"/>
              </a:rPr>
              <a:t> Used once requirements have been stabilized and basic software architecture has been established.</a:t>
            </a:r>
            <a:endParaRPr/>
          </a:p>
          <a:p>
            <a:pPr indent="-215900" lvl="0" marL="342900" marR="0" rtl="0" algn="l">
              <a:lnSpc>
                <a:spcPct val="100000"/>
              </a:lnSpc>
              <a:spcBef>
                <a:spcPts val="3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rgbClr val="262626"/>
              </a:buClr>
              <a:buSzPts val="2000"/>
              <a:buFont typeface="Times New Roman"/>
              <a:buChar char="•"/>
            </a:pPr>
            <a:r>
              <a:rPr b="1" i="1" lang="en-US" sz="2000" u="none">
                <a:solidFill>
                  <a:srgbClr val="262626"/>
                </a:solidFill>
                <a:latin typeface="Times New Roman"/>
                <a:ea typeface="Times New Roman"/>
                <a:cs typeface="Times New Roman"/>
                <a:sym typeface="Times New Roman"/>
              </a:rPr>
              <a:t>Post-architecture-stage model.</a:t>
            </a:r>
            <a:r>
              <a:rPr b="1" i="0" lang="en-US" sz="2000" u="none">
                <a:solidFill>
                  <a:srgbClr val="262626"/>
                </a:solidFill>
                <a:latin typeface="Times New Roman"/>
                <a:ea typeface="Times New Roman"/>
                <a:cs typeface="Times New Roman"/>
                <a:sym typeface="Times New Roman"/>
              </a:rPr>
              <a:t> </a:t>
            </a:r>
            <a:r>
              <a:rPr b="0" i="0" lang="en-US" sz="2000" u="none">
                <a:solidFill>
                  <a:srgbClr val="262626"/>
                </a:solidFill>
                <a:latin typeface="Times New Roman"/>
                <a:ea typeface="Times New Roman"/>
                <a:cs typeface="Times New Roman"/>
                <a:sym typeface="Times New Roman"/>
              </a:rPr>
              <a:t>Used during the construction of the software.</a:t>
            </a:r>
            <a:endParaRPr/>
          </a:p>
          <a:p>
            <a:pPr indent="-215900" lvl="0" marL="342900" marR="0" rtl="0" algn="l">
              <a:spcBef>
                <a:spcPts val="4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p:txBody>
      </p:sp>
      <p:sp>
        <p:nvSpPr>
          <p:cNvPr id="1415" name="Google Shape;1415;p1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1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COCOMO(Constructive Cost Model)</a:t>
            </a:r>
            <a:endParaRPr/>
          </a:p>
        </p:txBody>
      </p:sp>
      <p:sp>
        <p:nvSpPr>
          <p:cNvPr id="1421" name="Google Shape;1421;p11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Like all estimation models for software, the COCOMO II models require sizing information.</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Three different sizing options are available as part of the model hierarchy: </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object points</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function points</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lines of source code</a:t>
            </a:r>
            <a:endParaRPr/>
          </a:p>
        </p:txBody>
      </p:sp>
      <p:sp>
        <p:nvSpPr>
          <p:cNvPr id="1422" name="Google Shape;1422;p1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1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COCOMO(Constructive Cost Model)</a:t>
            </a:r>
            <a:endParaRPr/>
          </a:p>
        </p:txBody>
      </p:sp>
      <p:sp>
        <p:nvSpPr>
          <p:cNvPr id="1428" name="Google Shape;1428;p115"/>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object point </a:t>
            </a:r>
            <a:r>
              <a:rPr b="0" i="0" lang="en-US" sz="2400" u="none">
                <a:solidFill>
                  <a:schemeClr val="dk1"/>
                </a:solidFill>
                <a:latin typeface="Times New Roman"/>
                <a:ea typeface="Times New Roman"/>
                <a:cs typeface="Times New Roman"/>
                <a:sym typeface="Times New Roman"/>
              </a:rPr>
              <a:t>is an indirect software measure that is computed using counts of the number</a:t>
            </a:r>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 screens (at the user interface) </a:t>
            </a:r>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 reports</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 components likely to be required to build the application</a:t>
            </a:r>
            <a:endParaRPr/>
          </a:p>
          <a:p>
            <a:pPr indent="-3429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object instance (e.g., a screen or report) is classified into one of three complexity levels (i.e. Simple, medium, or difficult) using criteria suggested</a:t>
            </a:r>
            <a:endParaRPr/>
          </a:p>
        </p:txBody>
      </p:sp>
      <p:sp>
        <p:nvSpPr>
          <p:cNvPr id="1429" name="Google Shape;1429;p1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1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COCOMO(Constructive Cost Model)</a:t>
            </a:r>
            <a:endParaRPr/>
          </a:p>
        </p:txBody>
      </p:sp>
      <p:sp>
        <p:nvSpPr>
          <p:cNvPr id="1435" name="Google Shape;1435;p11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New Object Point (NOP)</a:t>
            </a:r>
            <a:endParaRPr/>
          </a:p>
        </p:txBody>
      </p:sp>
      <p:sp>
        <p:nvSpPr>
          <p:cNvPr id="1436" name="Google Shape;1436;p1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37" name="Google Shape;1437;p116"/>
          <p:cNvPicPr preferRelativeResize="0"/>
          <p:nvPr/>
        </p:nvPicPr>
        <p:blipFill rotWithShape="1">
          <a:blip r:embed="rId3">
            <a:alphaModFix/>
          </a:blip>
          <a:srcRect b="0" l="0" r="0" t="0"/>
          <a:stretch/>
        </p:blipFill>
        <p:spPr>
          <a:xfrm>
            <a:off x="304800" y="3048000"/>
            <a:ext cx="8610600" cy="11430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1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COCOMO(Constructive Cost Model)</a:t>
            </a:r>
            <a:endParaRPr/>
          </a:p>
        </p:txBody>
      </p:sp>
      <p:sp>
        <p:nvSpPr>
          <p:cNvPr id="1443" name="Google Shape;1443;p117"/>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object point count </a:t>
            </a:r>
            <a:r>
              <a:rPr b="0" i="0" lang="en-US" sz="2400" u="none">
                <a:solidFill>
                  <a:schemeClr val="dk1"/>
                </a:solidFill>
                <a:latin typeface="Times New Roman"/>
                <a:ea typeface="Times New Roman"/>
                <a:cs typeface="Times New Roman"/>
                <a:sym typeface="Times New Roman"/>
              </a:rPr>
              <a:t>is then determined by multiplying the original number of object instances by the weighting factor and summing to obtain a total object point count.</a:t>
            </a:r>
            <a:endParaRPr/>
          </a:p>
        </p:txBody>
      </p:sp>
      <p:sp>
        <p:nvSpPr>
          <p:cNvPr id="1444" name="Google Shape;1444;p1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45" name="Google Shape;1445;p117"/>
          <p:cNvPicPr preferRelativeResize="0"/>
          <p:nvPr/>
        </p:nvPicPr>
        <p:blipFill rotWithShape="1">
          <a:blip r:embed="rId3">
            <a:alphaModFix/>
          </a:blip>
          <a:srcRect b="0" l="0" r="0" t="0"/>
          <a:stretch/>
        </p:blipFill>
        <p:spPr>
          <a:xfrm>
            <a:off x="1905000" y="2057400"/>
            <a:ext cx="5362575" cy="2009775"/>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11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COCOMO (Constructive Cost Model)</a:t>
            </a:r>
            <a:endParaRPr/>
          </a:p>
        </p:txBody>
      </p:sp>
      <p:sp>
        <p:nvSpPr>
          <p:cNvPr id="1451" name="Google Shape;1451;p118"/>
          <p:cNvSpPr txBox="1"/>
          <p:nvPr>
            <p:ph idx="1" type="body"/>
          </p:nvPr>
        </p:nvSpPr>
        <p:spPr>
          <a:xfrm>
            <a:off x="152400" y="1905000"/>
            <a:ext cx="89154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estimate of effort is based on the computed NOP value, a “productivity rate” s derived</a:t>
            </a:r>
            <a:endParaRPr/>
          </a:p>
        </p:txBody>
      </p:sp>
      <p:sp>
        <p:nvSpPr>
          <p:cNvPr id="1452" name="Google Shape;1452;p1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53" name="Google Shape;1453;p118"/>
          <p:cNvPicPr preferRelativeResize="0"/>
          <p:nvPr/>
        </p:nvPicPr>
        <p:blipFill rotWithShape="1">
          <a:blip r:embed="rId3">
            <a:alphaModFix/>
          </a:blip>
          <a:srcRect b="0" l="0" r="0" t="0"/>
          <a:stretch/>
        </p:blipFill>
        <p:spPr>
          <a:xfrm>
            <a:off x="3373437" y="3451225"/>
            <a:ext cx="2457450" cy="781050"/>
          </a:xfrm>
          <a:prstGeom prst="rect">
            <a:avLst/>
          </a:prstGeom>
          <a:noFill/>
          <a:ln>
            <a:noFill/>
          </a:ln>
        </p:spPr>
      </p:pic>
      <p:pic>
        <p:nvPicPr>
          <p:cNvPr id="1454" name="Google Shape;1454;p118"/>
          <p:cNvPicPr preferRelativeResize="0"/>
          <p:nvPr/>
        </p:nvPicPr>
        <p:blipFill rotWithShape="1">
          <a:blip r:embed="rId4">
            <a:alphaModFix/>
          </a:blip>
          <a:srcRect b="0" l="0" r="0" t="0"/>
          <a:stretch/>
        </p:blipFill>
        <p:spPr>
          <a:xfrm>
            <a:off x="3373437" y="5105400"/>
            <a:ext cx="2571750" cy="70485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19"/>
          <p:cNvSpPr txBox="1"/>
          <p:nvPr/>
        </p:nvSpPr>
        <p:spPr>
          <a:xfrm>
            <a:off x="476250" y="6248400"/>
            <a:ext cx="7702550" cy="476250"/>
          </a:xfrm>
          <a:prstGeom prst="rect">
            <a:avLst/>
          </a:prstGeom>
          <a:noFill/>
          <a:ln>
            <a:noFill/>
          </a:ln>
        </p:spPr>
        <p:txBody>
          <a:bodyPr anchorCtr="0" anchor="b" bIns="51425" lIns="102850" spcFirstLastPara="1" rIns="102850" wrap="square" tIns="51425">
            <a:noAutofit/>
          </a:bodyPr>
          <a:lstStyle/>
          <a:p>
            <a:pPr indent="0" lvl="0" marL="0" marR="0" rtl="0" algn="ctr">
              <a:lnSpc>
                <a:spcPct val="100000"/>
              </a:lnSpc>
              <a:spcBef>
                <a:spcPts val="0"/>
              </a:spcBef>
              <a:spcAft>
                <a:spcPts val="0"/>
              </a:spcAft>
              <a:buClr>
                <a:srgbClr val="FFFFFF"/>
              </a:buClr>
              <a:buSzPts val="1100"/>
              <a:buFont typeface="Questrial"/>
              <a:buNone/>
            </a:pPr>
            <a:r>
              <a:rPr b="0" i="0" lang="en-US" sz="1100" u="sng">
                <a:solidFill>
                  <a:srgbClr val="FFFFFF"/>
                </a:solidFill>
                <a:latin typeface="Questrial"/>
                <a:ea typeface="Questrial"/>
                <a:cs typeface="Questrial"/>
                <a:sym typeface="Questrial"/>
              </a:rPr>
              <a:t>These courseware materials are to be used in conjunction with </a:t>
            </a:r>
            <a:r>
              <a:rPr b="0" i="1" lang="en-US" sz="1100" u="sng">
                <a:solidFill>
                  <a:srgbClr val="FFFFFF"/>
                </a:solidFill>
                <a:latin typeface="Questrial"/>
                <a:ea typeface="Questrial"/>
                <a:cs typeface="Questrial"/>
                <a:sym typeface="Questrial"/>
              </a:rPr>
              <a:t>Software Engineering: A Practitioner’s Approach,</a:t>
            </a:r>
            <a:r>
              <a:rPr b="0" i="0" lang="en-US" sz="11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460" name="Google Shape;1460;p119"/>
          <p:cNvSpPr txBox="1"/>
          <p:nvPr/>
        </p:nvSpPr>
        <p:spPr>
          <a:xfrm>
            <a:off x="8239125" y="6248400"/>
            <a:ext cx="631825" cy="476250"/>
          </a:xfrm>
          <a:prstGeom prst="rect">
            <a:avLst/>
          </a:prstGeom>
          <a:noFill/>
          <a:ln>
            <a:noFill/>
          </a:ln>
        </p:spPr>
        <p:txBody>
          <a:bodyPr anchorCtr="0" anchor="b" bIns="51425" lIns="102850" spcFirstLastPara="1" rIns="102850" wrap="square" tIns="51425">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sng">
                <a:solidFill>
                  <a:srgbClr val="FFFFFF"/>
                </a:solidFill>
                <a:latin typeface="Arial"/>
                <a:ea typeface="Arial"/>
                <a:cs typeface="Arial"/>
                <a:sym typeface="Arial"/>
              </a:rPr>
              <a:t>‹#›</a:t>
            </a:fld>
            <a:endParaRPr/>
          </a:p>
        </p:txBody>
      </p:sp>
      <p:sp>
        <p:nvSpPr>
          <p:cNvPr id="1461" name="Google Shape;1461;p119"/>
          <p:cNvSpPr txBox="1"/>
          <p:nvPr/>
        </p:nvSpPr>
        <p:spPr>
          <a:xfrm>
            <a:off x="1998662" y="1989137"/>
            <a:ext cx="5022850" cy="1012825"/>
          </a:xfrm>
          <a:prstGeom prst="rect">
            <a:avLst/>
          </a:prstGeom>
          <a:solidFill>
            <a:srgbClr val="AD278D"/>
          </a:solidFill>
          <a:ln>
            <a:noFill/>
          </a:ln>
          <a:effectLst>
            <a:outerShdw blurRad="63500" dir="2700000" dist="71842">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62" name="Google Shape;1462;p119"/>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p>
            <a:pPr indent="0" lvl="0" marL="0" rtl="0" algn="ctr">
              <a:lnSpc>
                <a:spcPct val="100000"/>
              </a:lnSpc>
              <a:spcBef>
                <a:spcPts val="0"/>
              </a:spcBef>
              <a:spcAft>
                <a:spcPts val="0"/>
              </a:spcAft>
              <a:buClr>
                <a:srgbClr val="F3FF07"/>
              </a:buClr>
              <a:buSzPts val="4100"/>
              <a:buFont typeface="Palatino"/>
              <a:buNone/>
            </a:pPr>
            <a:r>
              <a:rPr b="1" i="0" lang="en-US" sz="4100" u="none">
                <a:solidFill>
                  <a:srgbClr val="F3FF07"/>
                </a:solidFill>
                <a:latin typeface="Palatino"/>
                <a:ea typeface="Palatino"/>
                <a:cs typeface="Palatino"/>
                <a:sym typeface="Palatino"/>
              </a:rPr>
              <a:t>The Software Equation</a:t>
            </a:r>
            <a:endParaRPr/>
          </a:p>
        </p:txBody>
      </p:sp>
      <p:sp>
        <p:nvSpPr>
          <p:cNvPr id="1463" name="Google Shape;1463;p119"/>
          <p:cNvSpPr txBox="1"/>
          <p:nvPr/>
        </p:nvSpPr>
        <p:spPr>
          <a:xfrm>
            <a:off x="642937" y="1328737"/>
            <a:ext cx="8034337" cy="4930775"/>
          </a:xfrm>
          <a:prstGeom prst="rect">
            <a:avLst/>
          </a:prstGeom>
          <a:noFill/>
          <a:ln>
            <a:noFill/>
          </a:ln>
        </p:spPr>
        <p:txBody>
          <a:bodyPr anchorCtr="0" anchor="t" bIns="51425" lIns="102850" spcFirstLastPara="1" rIns="102850" wrap="square" tIns="51425">
            <a:spAutoFit/>
          </a:bodyPr>
          <a:lstStyle/>
          <a:p>
            <a:pPr indent="0" lvl="0" marL="0" marR="0" rtl="0" algn="l">
              <a:lnSpc>
                <a:spcPct val="100000"/>
              </a:lnSpc>
              <a:spcBef>
                <a:spcPts val="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A dynamic multivariable model</a:t>
            </a:r>
            <a:endParaRPr/>
          </a:p>
          <a:p>
            <a:pPr indent="0" lvl="0" marL="0" marR="0" rtl="0" algn="l">
              <a:lnSpc>
                <a:spcPct val="100000"/>
              </a:lnSpc>
              <a:spcBef>
                <a:spcPts val="300"/>
              </a:spcBef>
              <a:spcAft>
                <a:spcPts val="0"/>
              </a:spcAft>
              <a:buClr>
                <a:schemeClr val="lt1"/>
              </a:buClr>
              <a:buSzPts val="2700"/>
              <a:buFont typeface="Times New Roman"/>
              <a:buNone/>
            </a:pPr>
            <a:r>
              <a:t/>
            </a:r>
            <a:endParaRPr b="0" i="0" sz="2700" u="none">
              <a:solidFill>
                <a:srgbClr val="FFFFFF"/>
              </a:solidFill>
              <a:latin typeface="Palatino"/>
              <a:ea typeface="Palatino"/>
              <a:cs typeface="Palatino"/>
              <a:sym typeface="Palatino"/>
            </a:endParaRPr>
          </a:p>
          <a:p>
            <a:pPr indent="0" lvl="0" marL="0" marR="0" rtl="0" algn="l">
              <a:lnSpc>
                <a:spcPct val="100000"/>
              </a:lnSpc>
              <a:spcBef>
                <a:spcPts val="6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E = [LOC x B</a:t>
            </a:r>
            <a:r>
              <a:rPr b="0" baseline="30000" i="0" lang="en-US" sz="2700" u="none">
                <a:solidFill>
                  <a:srgbClr val="FFFFFF"/>
                </a:solidFill>
                <a:latin typeface="Palatino"/>
                <a:ea typeface="Palatino"/>
                <a:cs typeface="Palatino"/>
                <a:sym typeface="Palatino"/>
              </a:rPr>
              <a:t>0.333</a:t>
            </a:r>
            <a:r>
              <a:rPr b="0" i="0" lang="en-US" sz="2700" u="none">
                <a:solidFill>
                  <a:srgbClr val="FFFFFF"/>
                </a:solidFill>
                <a:latin typeface="Palatino"/>
                <a:ea typeface="Palatino"/>
                <a:cs typeface="Palatino"/>
                <a:sym typeface="Palatino"/>
              </a:rPr>
              <a:t>/P]</a:t>
            </a:r>
            <a:r>
              <a:rPr b="0" baseline="30000" i="0" lang="en-US" sz="2700" u="none">
                <a:solidFill>
                  <a:srgbClr val="FFFFFF"/>
                </a:solidFill>
                <a:latin typeface="Palatino"/>
                <a:ea typeface="Palatino"/>
                <a:cs typeface="Palatino"/>
                <a:sym typeface="Palatino"/>
              </a:rPr>
              <a:t>3</a:t>
            </a:r>
            <a:r>
              <a:rPr b="0" i="0" lang="en-US" sz="2700" u="none">
                <a:solidFill>
                  <a:srgbClr val="FFFFFF"/>
                </a:solidFill>
                <a:latin typeface="Palatino"/>
                <a:ea typeface="Palatino"/>
                <a:cs typeface="Palatino"/>
                <a:sym typeface="Palatino"/>
              </a:rPr>
              <a:t>  x (1/t</a:t>
            </a:r>
            <a:r>
              <a:rPr b="0" baseline="30000" i="0" lang="en-US" sz="2700" u="none">
                <a:solidFill>
                  <a:srgbClr val="FFFFFF"/>
                </a:solidFill>
                <a:latin typeface="Palatino"/>
                <a:ea typeface="Palatino"/>
                <a:cs typeface="Palatino"/>
                <a:sym typeface="Palatino"/>
              </a:rPr>
              <a:t>4</a:t>
            </a:r>
            <a:r>
              <a:rPr b="0" i="0" lang="en-US" sz="2700" u="none">
                <a:solidFill>
                  <a:srgbClr val="FFFFFF"/>
                </a:solidFill>
                <a:latin typeface="Palatino"/>
                <a:ea typeface="Palatino"/>
                <a:cs typeface="Palatino"/>
                <a:sym typeface="Palatino"/>
              </a:rPr>
              <a:t>)		</a:t>
            </a:r>
            <a:endParaRPr/>
          </a:p>
          <a:p>
            <a:pPr indent="0" lvl="0" marL="0" marR="0" rtl="0" algn="l">
              <a:lnSpc>
                <a:spcPct val="100000"/>
              </a:lnSpc>
              <a:spcBef>
                <a:spcPts val="9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where </a:t>
            </a:r>
            <a:endParaRPr/>
          </a:p>
          <a:p>
            <a:pPr indent="0" lvl="0" marL="0" marR="0" rtl="0" algn="l">
              <a:lnSpc>
                <a:spcPct val="100000"/>
              </a:lnSpc>
              <a:spcBef>
                <a:spcPts val="3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E = effort in person-months or person-years</a:t>
            </a:r>
            <a:endParaRPr/>
          </a:p>
          <a:p>
            <a:pPr indent="0" lvl="0" marL="0" marR="0" rtl="0" algn="l">
              <a:lnSpc>
                <a:spcPct val="100000"/>
              </a:lnSpc>
              <a:spcBef>
                <a:spcPts val="3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t = project duration in months or years</a:t>
            </a:r>
            <a:endParaRPr/>
          </a:p>
          <a:p>
            <a:pPr indent="0" lvl="0" marL="0" marR="0" rtl="0" algn="l">
              <a:lnSpc>
                <a:spcPct val="100000"/>
              </a:lnSpc>
              <a:spcBef>
                <a:spcPts val="3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B = “special skills factor”</a:t>
            </a:r>
            <a:endParaRPr/>
          </a:p>
          <a:p>
            <a:pPr indent="0" lvl="0" marL="0" marR="0" rtl="0" algn="l">
              <a:lnSpc>
                <a:spcPct val="100000"/>
              </a:lnSpc>
              <a:spcBef>
                <a:spcPts val="300"/>
              </a:spcBef>
              <a:spcAft>
                <a:spcPts val="0"/>
              </a:spcAft>
              <a:buClr>
                <a:srgbClr val="FFFFFF"/>
              </a:buClr>
              <a:buSzPts val="2000"/>
              <a:buFont typeface="Palatino"/>
              <a:buNone/>
            </a:pPr>
            <a:r>
              <a:rPr b="0" i="0" lang="en-US" sz="2000" u="none">
                <a:solidFill>
                  <a:srgbClr val="FFFFFF"/>
                </a:solidFill>
                <a:latin typeface="Palatino"/>
                <a:ea typeface="Palatino"/>
                <a:cs typeface="Palatino"/>
                <a:sym typeface="Palatino"/>
              </a:rPr>
              <a:t>	</a:t>
            </a:r>
            <a:r>
              <a:rPr b="0" i="0" lang="en-US" sz="2700" u="none">
                <a:solidFill>
                  <a:srgbClr val="FFFFFF"/>
                </a:solidFill>
                <a:latin typeface="Palatino"/>
                <a:ea typeface="Palatino"/>
                <a:cs typeface="Palatino"/>
                <a:sym typeface="Palatino"/>
              </a:rPr>
              <a:t>P = “productivity parameter”</a:t>
            </a:r>
            <a:endParaRPr/>
          </a:p>
          <a:p>
            <a:pPr indent="0" lvl="0" marL="0" marR="0" rtl="0" algn="l">
              <a:lnSpc>
                <a:spcPct val="100000"/>
              </a:lnSpc>
              <a:spcBef>
                <a:spcPts val="0"/>
              </a:spcBef>
              <a:spcAft>
                <a:spcPts val="0"/>
              </a:spcAft>
              <a:buClr>
                <a:schemeClr val="lt1"/>
              </a:buClr>
              <a:buSzPts val="1600"/>
              <a:buFont typeface="Times New Roman"/>
              <a:buNone/>
            </a:pPr>
            <a:r>
              <a:t/>
            </a:r>
            <a:endParaRPr b="0" i="0" sz="1600" u="none">
              <a:solidFill>
                <a:srgbClr val="FFFFFF"/>
              </a:solidFill>
              <a:latin typeface="Times"/>
              <a:ea typeface="Times"/>
              <a:cs typeface="Times"/>
              <a:sym typeface="Times"/>
            </a:endParaRPr>
          </a:p>
          <a:p>
            <a:pPr indent="0" lvl="0" marL="0" marR="0" rtl="0" algn="ctr">
              <a:lnSpc>
                <a:spcPct val="100000"/>
              </a:lnSpc>
              <a:spcBef>
                <a:spcPts val="0"/>
              </a:spcBef>
              <a:spcAft>
                <a:spcPts val="0"/>
              </a:spcAft>
              <a:buNone/>
            </a:pPr>
            <a:r>
              <a:t/>
            </a:r>
            <a:endParaRPr b="0" i="0" sz="1600" u="none">
              <a:solidFill>
                <a:srgbClr val="FFFFFF"/>
              </a:solidFill>
              <a:latin typeface="Times"/>
              <a:ea typeface="Times"/>
              <a:cs typeface="Times"/>
              <a:sym typeface="Time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2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Software Equation</a:t>
            </a:r>
            <a:endParaRPr/>
          </a:p>
        </p:txBody>
      </p:sp>
      <p:sp>
        <p:nvSpPr>
          <p:cNvPr id="1469" name="Google Shape;1469;p12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 = 2,000 for development of real-time embedded software.</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 = 10,000 for telecommunication and systems software.</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 = 28,000 for business systems applications</a:t>
            </a:r>
            <a:endParaRPr/>
          </a:p>
        </p:txBody>
      </p:sp>
      <p:sp>
        <p:nvSpPr>
          <p:cNvPr id="1470" name="Google Shape;1470;p1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12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Software Equation</a:t>
            </a:r>
            <a:endParaRPr/>
          </a:p>
        </p:txBody>
      </p:sp>
      <p:sp>
        <p:nvSpPr>
          <p:cNvPr id="1476" name="Google Shape;1476;p12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B=0.16 for programs with LOC 5 to 15</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B=0.35 for programs with LOC greater than 70</a:t>
            </a:r>
            <a:endParaRPr/>
          </a:p>
        </p:txBody>
      </p:sp>
      <p:sp>
        <p:nvSpPr>
          <p:cNvPr id="1477" name="Google Shape;1477;p1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2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Estimation</a:t>
            </a:r>
            <a:endParaRPr/>
          </a:p>
        </p:txBody>
      </p:sp>
      <p:sp>
        <p:nvSpPr>
          <p:cNvPr id="1483" name="Google Shape;1483;p12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To simplify the estimation process set of equations derived from the software equation are stated:</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Minimum development time</a:t>
            </a:r>
            <a:endParaRPr/>
          </a:p>
        </p:txBody>
      </p:sp>
      <p:sp>
        <p:nvSpPr>
          <p:cNvPr id="1484" name="Google Shape;1484;p1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85" name="Google Shape;1485;p122"/>
          <p:cNvPicPr preferRelativeResize="0"/>
          <p:nvPr/>
        </p:nvPicPr>
        <p:blipFill rotWithShape="1">
          <a:blip r:embed="rId3">
            <a:alphaModFix/>
          </a:blip>
          <a:srcRect b="0" l="0" r="0" t="0"/>
          <a:stretch/>
        </p:blipFill>
        <p:spPr>
          <a:xfrm>
            <a:off x="1649412" y="4724400"/>
            <a:ext cx="5864225" cy="846137"/>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23"/>
          <p:cNvSpPr txBox="1"/>
          <p:nvPr>
            <p:ph type="title"/>
          </p:nvPr>
        </p:nvSpPr>
        <p:spPr>
          <a:xfrm>
            <a:off x="685800" y="609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Estimation</a:t>
            </a:r>
            <a:endParaRPr/>
          </a:p>
        </p:txBody>
      </p:sp>
      <p:sp>
        <p:nvSpPr>
          <p:cNvPr id="1491" name="Google Shape;1491;p123"/>
          <p:cNvSpPr txBox="1"/>
          <p:nvPr>
            <p:ph idx="1" type="body"/>
          </p:nvPr>
        </p:nvSpPr>
        <p:spPr>
          <a:xfrm>
            <a:off x="685800" y="15240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Estimated Effort</a:t>
            </a:r>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492" name="Google Shape;1492;p1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93" name="Google Shape;1493;p123"/>
          <p:cNvPicPr preferRelativeResize="0"/>
          <p:nvPr/>
        </p:nvPicPr>
        <p:blipFill rotWithShape="1">
          <a:blip r:embed="rId3">
            <a:alphaModFix/>
          </a:blip>
          <a:srcRect b="0" l="0" r="0" t="0"/>
          <a:stretch/>
        </p:blipFill>
        <p:spPr>
          <a:xfrm>
            <a:off x="914400" y="2362200"/>
            <a:ext cx="7391400" cy="930275"/>
          </a:xfrm>
          <a:prstGeom prst="rect">
            <a:avLst/>
          </a:prstGeom>
          <a:noFill/>
          <a:ln>
            <a:noFill/>
          </a:ln>
        </p:spPr>
      </p:pic>
      <p:pic>
        <p:nvPicPr>
          <p:cNvPr id="1494" name="Google Shape;1494;p123"/>
          <p:cNvPicPr preferRelativeResize="0"/>
          <p:nvPr/>
        </p:nvPicPr>
        <p:blipFill rotWithShape="1">
          <a:blip r:embed="rId4">
            <a:alphaModFix/>
          </a:blip>
          <a:srcRect b="0" l="0" r="0" t="0"/>
          <a:stretch/>
        </p:blipFill>
        <p:spPr>
          <a:xfrm>
            <a:off x="1828800" y="3581400"/>
            <a:ext cx="5943600" cy="228600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24"/>
          <p:cNvSpPr txBox="1"/>
          <p:nvPr>
            <p:ph type="title"/>
          </p:nvPr>
        </p:nvSpPr>
        <p:spPr>
          <a:xfrm>
            <a:off x="685800" y="609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Why Are Projects Late?</a:t>
            </a:r>
            <a:endParaRPr/>
          </a:p>
        </p:txBody>
      </p:sp>
      <p:sp>
        <p:nvSpPr>
          <p:cNvPr id="1500" name="Google Shape;1500;p124"/>
          <p:cNvSpPr txBox="1"/>
          <p:nvPr>
            <p:ph idx="1" type="body"/>
          </p:nvPr>
        </p:nvSpPr>
        <p:spPr>
          <a:xfrm>
            <a:off x="685800" y="16764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an </a:t>
            </a:r>
            <a:r>
              <a:rPr b="1" i="0" lang="en-US" sz="2200" u="none">
                <a:solidFill>
                  <a:schemeClr val="dk1"/>
                </a:solidFill>
                <a:latin typeface="Times New Roman"/>
                <a:ea typeface="Times New Roman"/>
                <a:cs typeface="Times New Roman"/>
                <a:sym typeface="Times New Roman"/>
              </a:rPr>
              <a:t>unrealistic deadline</a:t>
            </a:r>
            <a:r>
              <a:rPr b="0" i="0" lang="en-US" sz="2200" u="none">
                <a:solidFill>
                  <a:schemeClr val="dk1"/>
                </a:solidFill>
                <a:latin typeface="Times New Roman"/>
                <a:ea typeface="Times New Roman"/>
                <a:cs typeface="Times New Roman"/>
                <a:sym typeface="Times New Roman"/>
              </a:rPr>
              <a:t> established by someone outside the software development group</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changing customer requirements</a:t>
            </a:r>
            <a:r>
              <a:rPr b="0" i="0" lang="en-US" sz="2200" u="none">
                <a:solidFill>
                  <a:schemeClr val="dk1"/>
                </a:solidFill>
                <a:latin typeface="Times New Roman"/>
                <a:ea typeface="Times New Roman"/>
                <a:cs typeface="Times New Roman"/>
                <a:sym typeface="Times New Roman"/>
              </a:rPr>
              <a:t> that are not reflected in schedule changes</a:t>
            </a:r>
            <a:endParaRPr/>
          </a:p>
          <a:p>
            <a:pPr indent="-342900" lvl="0" marL="342900" marR="0" rtl="0" algn="just">
              <a:lnSpc>
                <a:spcPct val="8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an honest </a:t>
            </a:r>
            <a:r>
              <a:rPr b="1" i="0" lang="en-US" sz="2200" u="none">
                <a:solidFill>
                  <a:schemeClr val="dk1"/>
                </a:solidFill>
                <a:latin typeface="Times New Roman"/>
                <a:ea typeface="Times New Roman"/>
                <a:cs typeface="Times New Roman"/>
                <a:sym typeface="Times New Roman"/>
              </a:rPr>
              <a:t>underestimate</a:t>
            </a:r>
            <a:r>
              <a:rPr b="0" i="0" lang="en-US" sz="2200" u="none">
                <a:solidFill>
                  <a:schemeClr val="dk1"/>
                </a:solidFill>
                <a:latin typeface="Times New Roman"/>
                <a:ea typeface="Times New Roman"/>
                <a:cs typeface="Times New Roman"/>
                <a:sym typeface="Times New Roman"/>
              </a:rPr>
              <a:t> of the amount of effort and/or the number of resources that will be required to do the job</a:t>
            </a:r>
            <a:endParaRPr/>
          </a:p>
          <a:p>
            <a:pPr indent="-342900" lvl="0" marL="342900" marR="0" rtl="0" algn="just">
              <a:lnSpc>
                <a:spcPct val="8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predictable and/or unpredictable </a:t>
            </a:r>
            <a:r>
              <a:rPr b="1" i="0" lang="en-US" sz="2200" u="none">
                <a:solidFill>
                  <a:schemeClr val="dk1"/>
                </a:solidFill>
                <a:latin typeface="Times New Roman"/>
                <a:ea typeface="Times New Roman"/>
                <a:cs typeface="Times New Roman"/>
                <a:sym typeface="Times New Roman"/>
              </a:rPr>
              <a:t>risks that were not considered </a:t>
            </a:r>
            <a:r>
              <a:rPr b="0" i="0" lang="en-US" sz="2200" u="none">
                <a:solidFill>
                  <a:schemeClr val="dk1"/>
                </a:solidFill>
                <a:latin typeface="Times New Roman"/>
                <a:ea typeface="Times New Roman"/>
                <a:cs typeface="Times New Roman"/>
                <a:sym typeface="Times New Roman"/>
              </a:rPr>
              <a:t>when the project commenced</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technical difficulties </a:t>
            </a:r>
            <a:r>
              <a:rPr b="0" i="0" lang="en-US" sz="2200" u="none">
                <a:solidFill>
                  <a:schemeClr val="dk1"/>
                </a:solidFill>
                <a:latin typeface="Times New Roman"/>
                <a:ea typeface="Times New Roman"/>
                <a:cs typeface="Times New Roman"/>
                <a:sym typeface="Times New Roman"/>
              </a:rPr>
              <a:t>that could not have been foreseen in advance</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human difficulties </a:t>
            </a:r>
            <a:r>
              <a:rPr b="0" i="0" lang="en-US" sz="2200" u="none">
                <a:solidFill>
                  <a:schemeClr val="dk1"/>
                </a:solidFill>
                <a:latin typeface="Times New Roman"/>
                <a:ea typeface="Times New Roman"/>
                <a:cs typeface="Times New Roman"/>
                <a:sym typeface="Times New Roman"/>
              </a:rPr>
              <a:t>that could not have been foreseen in advance</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miscommunication </a:t>
            </a:r>
            <a:r>
              <a:rPr b="0" i="0" lang="en-US" sz="2200" u="none">
                <a:solidFill>
                  <a:schemeClr val="dk1"/>
                </a:solidFill>
                <a:latin typeface="Times New Roman"/>
                <a:ea typeface="Times New Roman"/>
                <a:cs typeface="Times New Roman"/>
                <a:sym typeface="Times New Roman"/>
              </a:rPr>
              <a:t>among project staff that results in delays</a:t>
            </a:r>
            <a:endParaRPr/>
          </a:p>
          <a:p>
            <a:pPr indent="-342900" lvl="0" marL="342900" marR="0" rtl="0" algn="just">
              <a:lnSpc>
                <a:spcPct val="8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 failure by project management to recognize that the project is falling </a:t>
            </a:r>
            <a:r>
              <a:rPr b="1" i="0" lang="en-US" sz="2200" u="none">
                <a:solidFill>
                  <a:schemeClr val="dk1"/>
                </a:solidFill>
                <a:latin typeface="Times New Roman"/>
                <a:ea typeface="Times New Roman"/>
                <a:cs typeface="Times New Roman"/>
                <a:sym typeface="Times New Roman"/>
              </a:rPr>
              <a:t>behind schedule </a:t>
            </a:r>
            <a:r>
              <a:rPr b="0" i="0" lang="en-US" sz="2200" u="none">
                <a:solidFill>
                  <a:schemeClr val="dk1"/>
                </a:solidFill>
                <a:latin typeface="Times New Roman"/>
                <a:ea typeface="Times New Roman"/>
                <a:cs typeface="Times New Roman"/>
                <a:sym typeface="Times New Roman"/>
              </a:rPr>
              <a:t>and a </a:t>
            </a:r>
            <a:r>
              <a:rPr b="1" i="0" lang="en-US" sz="2200" u="none">
                <a:solidFill>
                  <a:schemeClr val="dk1"/>
                </a:solidFill>
                <a:latin typeface="Times New Roman"/>
                <a:ea typeface="Times New Roman"/>
                <a:cs typeface="Times New Roman"/>
                <a:sym typeface="Times New Roman"/>
              </a:rPr>
              <a:t>lack of action </a:t>
            </a:r>
            <a:r>
              <a:rPr b="0" i="0" lang="en-US" sz="2200" u="none">
                <a:solidFill>
                  <a:schemeClr val="dk1"/>
                </a:solidFill>
                <a:latin typeface="Times New Roman"/>
                <a:ea typeface="Times New Roman"/>
                <a:cs typeface="Times New Roman"/>
                <a:sym typeface="Times New Roman"/>
              </a:rPr>
              <a:t>to correct the </a:t>
            </a:r>
            <a:r>
              <a:rPr b="1" i="0" lang="en-US" sz="2200" u="none">
                <a:solidFill>
                  <a:schemeClr val="dk1"/>
                </a:solidFill>
                <a:latin typeface="Times New Roman"/>
                <a:ea typeface="Times New Roman"/>
                <a:cs typeface="Times New Roman"/>
                <a:sym typeface="Times New Roman"/>
              </a:rPr>
              <a:t>problem</a:t>
            </a:r>
            <a:endParaRPr/>
          </a:p>
          <a:p>
            <a:pPr indent="-203200" lvl="0" marL="342900" marR="0" rtl="0" algn="l">
              <a:spcBef>
                <a:spcPts val="440"/>
              </a:spcBef>
              <a:spcAft>
                <a:spcPts val="0"/>
              </a:spcAft>
              <a:buClr>
                <a:schemeClr val="dk1"/>
              </a:buClr>
              <a:buSzPts val="2200"/>
              <a:buFont typeface="Times New Roman"/>
              <a:buNone/>
            </a:pPr>
            <a:r>
              <a:t/>
            </a:r>
            <a:endParaRPr b="1" i="0" sz="2200" u="none">
              <a:solidFill>
                <a:schemeClr val="dk1"/>
              </a:solidFill>
              <a:latin typeface="Times New Roman"/>
              <a:ea typeface="Times New Roman"/>
              <a:cs typeface="Times New Roman"/>
              <a:sym typeface="Times New Roman"/>
            </a:endParaRPr>
          </a:p>
        </p:txBody>
      </p:sp>
      <p:sp>
        <p:nvSpPr>
          <p:cNvPr id="1501" name="Google Shape;1501;p1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2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a:t>
            </a:r>
            <a:endParaRPr/>
          </a:p>
        </p:txBody>
      </p:sp>
      <p:sp>
        <p:nvSpPr>
          <p:cNvPr id="1507" name="Google Shape;1507;p12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Software project scheduling is an action that </a:t>
            </a:r>
            <a:r>
              <a:rPr b="1" i="0" lang="en-US" sz="2800" u="none">
                <a:solidFill>
                  <a:schemeClr val="dk1"/>
                </a:solidFill>
                <a:latin typeface="Times New Roman"/>
                <a:ea typeface="Times New Roman"/>
                <a:cs typeface="Times New Roman"/>
                <a:sym typeface="Times New Roman"/>
              </a:rPr>
              <a:t>distributes estimated effort across the planned project duration </a:t>
            </a:r>
            <a:r>
              <a:rPr b="0" i="0" lang="en-US" sz="2800" u="none">
                <a:solidFill>
                  <a:schemeClr val="dk1"/>
                </a:solidFill>
                <a:latin typeface="Times New Roman"/>
                <a:ea typeface="Times New Roman"/>
                <a:cs typeface="Times New Roman"/>
                <a:sym typeface="Times New Roman"/>
              </a:rPr>
              <a:t>by allocating the effort to specific software engineering tasks.</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508" name="Google Shape;1508;p12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12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 Principles</a:t>
            </a:r>
            <a:endParaRPr/>
          </a:p>
        </p:txBody>
      </p:sp>
      <p:sp>
        <p:nvSpPr>
          <p:cNvPr id="1514" name="Google Shape;1514;p12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compartmentalization—define distinct tasks</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interdependency—indicate task interrelationship </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effort validation—be sure resources are available</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defined responsibilities—people must be assigned</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defined outcomes—each task must have an output</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defined milestones—review for quality</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rgbClr val="0D0D0D"/>
              </a:solidFill>
              <a:latin typeface="Times New Roman"/>
              <a:ea typeface="Times New Roman"/>
              <a:cs typeface="Times New Roman"/>
              <a:sym typeface="Times New Roman"/>
            </a:endParaRPr>
          </a:p>
        </p:txBody>
      </p:sp>
      <p:sp>
        <p:nvSpPr>
          <p:cNvPr id="1515" name="Google Shape;1515;p12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2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Effort Allocation (40-20-40 rule)</a:t>
            </a:r>
            <a:endParaRPr/>
          </a:p>
        </p:txBody>
      </p:sp>
      <p:sp>
        <p:nvSpPr>
          <p:cNvPr id="1521" name="Google Shape;1521;p12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sp>
        <p:nvSpPr>
          <p:cNvPr id="1522" name="Google Shape;1522;p12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523" name="Google Shape;1523;p127"/>
          <p:cNvPicPr preferRelativeResize="0"/>
          <p:nvPr/>
        </p:nvPicPr>
        <p:blipFill rotWithShape="1">
          <a:blip r:embed="rId3">
            <a:alphaModFix/>
          </a:blip>
          <a:srcRect b="0" l="0" r="0" t="0"/>
          <a:stretch/>
        </p:blipFill>
        <p:spPr>
          <a:xfrm>
            <a:off x="685800" y="1905000"/>
            <a:ext cx="7848600" cy="427672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2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Defining Task Network</a:t>
            </a:r>
            <a:endParaRPr/>
          </a:p>
        </p:txBody>
      </p:sp>
      <p:sp>
        <p:nvSpPr>
          <p:cNvPr id="1529" name="Google Shape;1529;p128"/>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Task Network: </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also called an activity network.</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Graphic representation of the task flow for the project.</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It is also used as a mechanism through which task sequence and project dependencies are input to an automated project scheduling tool</a:t>
            </a:r>
            <a:endParaRPr/>
          </a:p>
        </p:txBody>
      </p:sp>
      <p:sp>
        <p:nvSpPr>
          <p:cNvPr id="1530" name="Google Shape;1530;p12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29"/>
          <p:cNvSpPr txBox="1"/>
          <p:nvPr/>
        </p:nvSpPr>
        <p:spPr>
          <a:xfrm>
            <a:off x="476250" y="6248400"/>
            <a:ext cx="7702550" cy="4762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536" name="Google Shape;1536;p129"/>
          <p:cNvSpPr txBox="1"/>
          <p:nvPr/>
        </p:nvSpPr>
        <p:spPr>
          <a:xfrm>
            <a:off x="8239125" y="6248400"/>
            <a:ext cx="631825"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537" name="Google Shape;1537;p129"/>
          <p:cNvSpPr txBox="1"/>
          <p:nvPr/>
        </p:nvSpPr>
        <p:spPr>
          <a:xfrm>
            <a:off x="407987" y="1069975"/>
            <a:ext cx="8375650" cy="4349750"/>
          </a:xfrm>
          <a:prstGeom prst="rect">
            <a:avLst/>
          </a:prstGeom>
          <a:solidFill>
            <a:srgbClr val="96E3FE"/>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38" name="Google Shape;1538;p129"/>
          <p:cNvSpPr txBox="1"/>
          <p:nvPr>
            <p:ph type="title"/>
          </p:nvPr>
        </p:nvSpPr>
        <p:spPr>
          <a:xfrm>
            <a:off x="2044700" y="274637"/>
            <a:ext cx="5053012" cy="606425"/>
          </a:xfrm>
          <a:prstGeom prst="rect">
            <a:avLst/>
          </a:prstGeom>
          <a:noFill/>
          <a:ln>
            <a:noFill/>
          </a:ln>
        </p:spPr>
        <p:txBody>
          <a:bodyPr anchorCtr="0" anchor="t" bIns="25400" lIns="63500" spcFirstLastPara="1" rIns="63500" wrap="square" tIns="25400">
            <a:sp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Define a Task Network</a:t>
            </a:r>
            <a:endParaRPr/>
          </a:p>
        </p:txBody>
      </p:sp>
      <p:pic>
        <p:nvPicPr>
          <p:cNvPr id="1539" name="Google Shape;1539;p129"/>
          <p:cNvPicPr preferRelativeResize="0"/>
          <p:nvPr/>
        </p:nvPicPr>
        <p:blipFill rotWithShape="1">
          <a:blip r:embed="rId3">
            <a:alphaModFix/>
          </a:blip>
          <a:srcRect b="0" l="0" r="0" t="0"/>
          <a:stretch/>
        </p:blipFill>
        <p:spPr>
          <a:xfrm>
            <a:off x="482600" y="1414462"/>
            <a:ext cx="8166100" cy="36576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sp>
        <p:nvSpPr>
          <p:cNvPr id="1544" name="Google Shape;1544;p130"/>
          <p:cNvSpPr txBox="1"/>
          <p:nvPr/>
        </p:nvSpPr>
        <p:spPr>
          <a:xfrm>
            <a:off x="476250" y="6248400"/>
            <a:ext cx="7702550" cy="4762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545" name="Google Shape;1545;p130"/>
          <p:cNvSpPr txBox="1"/>
          <p:nvPr/>
        </p:nvSpPr>
        <p:spPr>
          <a:xfrm>
            <a:off x="8239125" y="6248400"/>
            <a:ext cx="631825"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546" name="Google Shape;1546;p130"/>
          <p:cNvSpPr txBox="1"/>
          <p:nvPr>
            <p:ph type="title"/>
          </p:nvPr>
        </p:nvSpPr>
        <p:spPr>
          <a:xfrm>
            <a:off x="2241550" y="274637"/>
            <a:ext cx="4668837" cy="606425"/>
          </a:xfrm>
          <a:prstGeom prst="rect">
            <a:avLst/>
          </a:prstGeom>
          <a:noFill/>
          <a:ln>
            <a:noFill/>
          </a:ln>
        </p:spPr>
        <p:txBody>
          <a:bodyPr anchorCtr="0" anchor="t" bIns="25400" lIns="63500" spcFirstLastPara="1" rIns="63500" wrap="square" tIns="25400">
            <a:sp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Task Set Refinement</a:t>
            </a:r>
            <a:endParaRPr/>
          </a:p>
        </p:txBody>
      </p:sp>
      <p:sp>
        <p:nvSpPr>
          <p:cNvPr id="1547" name="Google Shape;1547;p130"/>
          <p:cNvSpPr txBox="1"/>
          <p:nvPr/>
        </p:nvSpPr>
        <p:spPr>
          <a:xfrm>
            <a:off x="1670050" y="1252537"/>
            <a:ext cx="5722937"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Palatino"/>
              <a:buNone/>
            </a:pPr>
            <a:r>
              <a:rPr b="1" i="0" lang="en-US" sz="2400" u="none">
                <a:solidFill>
                  <a:srgbClr val="FFFFFF"/>
                </a:solidFill>
                <a:latin typeface="Palatino"/>
                <a:ea typeface="Palatino"/>
                <a:cs typeface="Palatino"/>
                <a:sym typeface="Palatino"/>
              </a:rPr>
              <a:t>1.1	</a:t>
            </a:r>
            <a:r>
              <a:rPr b="1" i="0" lang="en-US" sz="2400" u="none">
                <a:solidFill>
                  <a:srgbClr val="F3FF07"/>
                </a:solidFill>
                <a:latin typeface="Palatino"/>
                <a:ea typeface="Palatino"/>
                <a:cs typeface="Palatino"/>
                <a:sym typeface="Palatino"/>
              </a:rPr>
              <a:t>Concept scoping</a:t>
            </a:r>
            <a:r>
              <a:rPr b="0" i="0" lang="en-US" sz="2400" u="none">
                <a:solidFill>
                  <a:srgbClr val="FFFFFF"/>
                </a:solidFill>
                <a:latin typeface="Palatino"/>
                <a:ea typeface="Palatino"/>
                <a:cs typeface="Palatino"/>
                <a:sym typeface="Palatino"/>
              </a:rPr>
              <a:t> determines the overall scope of the project.</a:t>
            </a:r>
            <a:endParaRPr/>
          </a:p>
        </p:txBody>
      </p:sp>
      <p:sp>
        <p:nvSpPr>
          <p:cNvPr id="1548" name="Google Shape;1548;p130"/>
          <p:cNvSpPr txBox="1"/>
          <p:nvPr/>
        </p:nvSpPr>
        <p:spPr>
          <a:xfrm>
            <a:off x="2668587" y="2198687"/>
            <a:ext cx="5767387" cy="3692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Task definition:  Task 1.1  Concept Scoping  </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1.1.1	Identify need, benefits and potential customers;</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1.1.2	Define desired output/control and input events that drive the application;</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Begin Task 1.1.2</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1.1.2.1	FTR:  Review written description of need</a:t>
            </a:r>
            <a:endParaRPr/>
          </a:p>
          <a:p>
            <a:pPr indent="0" lvl="1" marL="457200" marR="0" rtl="0" algn="l">
              <a:lnSpc>
                <a:spcPct val="100000"/>
              </a:lnSpc>
              <a:spcBef>
                <a:spcPts val="0"/>
              </a:spcBef>
              <a:spcAft>
                <a:spcPts val="0"/>
              </a:spcAft>
              <a:buClr>
                <a:srgbClr val="FFFFFF"/>
              </a:buClr>
              <a:buSzPts val="900"/>
              <a:buFont typeface="Times"/>
              <a:buNone/>
            </a:pPr>
            <a:r>
              <a:rPr b="0" i="0" lang="en-US" sz="900" u="none" cap="none" strike="noStrike">
                <a:solidFill>
                  <a:srgbClr val="FFFFFF"/>
                </a:solidFill>
                <a:latin typeface="Times"/>
                <a:ea typeface="Times"/>
                <a:cs typeface="Times"/>
                <a:sym typeface="Times"/>
              </a:rPr>
              <a:t> FTR indicates that a formal technical review (Chapter 26) is to be conducted.</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1.1.2.2	Derive a list of customer visible outputs/inputs</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1.1.2.3	FTR:  Review outputs/inputs with customer and revise as required;</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endtask Task 1.1.2</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1.1.3	Define the functionality/behavior for each major function;</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Begin Task 1.1.3</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1.1.3.1	FTR:  Review output and input data objects derived in task 1.1.2;</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1.1.3.2	Derive a model of functions/behaviors;</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1.1.3.3	FTR:  Review functions/behaviors with customer and revise as required;</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endtask Task 1.1.3</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1.1.4	Isolate those elements of the technology to be implemented in software; </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1.1.5	Research availability of existing software;</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1.1.6	Define technical feasibility;</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1.1.7	Make quick estimate of size;</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1.1.8	Create a Scope Definition;</a:t>
            </a:r>
            <a:endParaRPr/>
          </a:p>
          <a:p>
            <a:pPr indent="0" lvl="0" marL="0" marR="0" rtl="0" algn="l">
              <a:lnSpc>
                <a:spcPct val="100000"/>
              </a:lnSpc>
              <a:spcBef>
                <a:spcPts val="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endTask definition:   Task 1.1</a:t>
            </a:r>
            <a:endParaRPr/>
          </a:p>
        </p:txBody>
      </p:sp>
      <p:sp>
        <p:nvSpPr>
          <p:cNvPr id="1549" name="Google Shape;1549;p130"/>
          <p:cNvSpPr/>
          <p:nvPr/>
        </p:nvSpPr>
        <p:spPr>
          <a:xfrm>
            <a:off x="785812" y="1430337"/>
            <a:ext cx="841375" cy="3514725"/>
          </a:xfrm>
          <a:prstGeom prst="curvedRightArrow">
            <a:avLst>
              <a:gd fmla="val 13920" name="adj1"/>
              <a:gd fmla="val 19680" name="adj2"/>
              <a:gd fmla="val 25000" name="adj3"/>
            </a:avLst>
          </a:prstGeom>
          <a:solidFill>
            <a:srgbClr val="AD278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50" name="Google Shape;1550;p130"/>
          <p:cNvSpPr txBox="1"/>
          <p:nvPr/>
        </p:nvSpPr>
        <p:spPr>
          <a:xfrm>
            <a:off x="571500" y="4895850"/>
            <a:ext cx="1768475" cy="34131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800"/>
              <a:buFont typeface="Helvetica Neue"/>
              <a:buNone/>
            </a:pPr>
            <a:r>
              <a:rPr b="1" i="0" lang="en-US" sz="1800" u="none">
                <a:solidFill>
                  <a:srgbClr val="FFFFFF"/>
                </a:solidFill>
                <a:latin typeface="Helvetica Neue"/>
                <a:ea typeface="Helvetica Neue"/>
                <a:cs typeface="Helvetica Neue"/>
                <a:sym typeface="Helvetica Neue"/>
              </a:rPr>
              <a:t>is refined to</a:t>
            </a:r>
            <a:endParaRPr/>
          </a:p>
        </p:txBody>
      </p:sp>
      <p:sp>
        <p:nvSpPr>
          <p:cNvPr id="1551" name="Google Shape;1551;p130"/>
          <p:cNvSpPr/>
          <p:nvPr/>
        </p:nvSpPr>
        <p:spPr>
          <a:xfrm>
            <a:off x="2154237" y="2279650"/>
            <a:ext cx="414337" cy="3932237"/>
          </a:xfrm>
          <a:prstGeom prst="leftBrace">
            <a:avLst>
              <a:gd fmla="val 1600" name="adj1"/>
              <a:gd fmla="val 50000" name="adj2"/>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3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 </a:t>
            </a:r>
            <a:endParaRPr/>
          </a:p>
        </p:txBody>
      </p:sp>
      <p:sp>
        <p:nvSpPr>
          <p:cNvPr id="1557" name="Google Shape;1557;p131"/>
          <p:cNvSpPr txBox="1"/>
          <p:nvPr>
            <p:ph idx="1" type="body"/>
          </p:nvPr>
        </p:nvSpPr>
        <p:spPr>
          <a:xfrm>
            <a:off x="685800" y="1828800"/>
            <a:ext cx="77724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Objective of project scheduling </a:t>
            </a:r>
            <a:r>
              <a:rPr b="0" i="0" lang="en-US" sz="3200" u="none">
                <a:solidFill>
                  <a:schemeClr val="dk1"/>
                </a:solidFill>
                <a:latin typeface="Times New Roman"/>
                <a:ea typeface="Times New Roman"/>
                <a:cs typeface="Times New Roman"/>
                <a:sym typeface="Times New Roman"/>
              </a:rPr>
              <a:t>tool is to enable a project manager to define work tasks , establish their dependencies , assign human resources, develop of variety of graphs and charts that aid in tracking and control of the software project.</a:t>
            </a:r>
            <a:endParaRPr/>
          </a:p>
        </p:txBody>
      </p:sp>
      <p:sp>
        <p:nvSpPr>
          <p:cNvPr id="1558" name="Google Shape;1558;p13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Times New Roman"/>
              <a:buNone/>
            </a:pPr>
            <a:fld id="{00000000-1234-1234-1234-123412341234}" type="slidenum">
              <a:rPr b="0" i="0" lang="en-US" sz="1400" u="none">
                <a:solidFill>
                  <a:srgbClr val="FFFFFF"/>
                </a:solidFill>
                <a:latin typeface="Times New Roman"/>
                <a:ea typeface="Times New Roman"/>
                <a:cs typeface="Times New Roman"/>
                <a:sym typeface="Times New Roman"/>
              </a:rPr>
              <a:t>‹#›</a:t>
            </a:fl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13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 </a:t>
            </a:r>
            <a:endParaRPr/>
          </a:p>
        </p:txBody>
      </p:sp>
      <p:sp>
        <p:nvSpPr>
          <p:cNvPr id="1564" name="Google Shape;1564;p132"/>
          <p:cNvSpPr txBox="1"/>
          <p:nvPr>
            <p:ph idx="1" type="body"/>
          </p:nvPr>
        </p:nvSpPr>
        <p:spPr>
          <a:xfrm>
            <a:off x="685800" y="17526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Program evaluation and review technique (PERT) and Critical path method (CPM) are two project scheduling methods that can be applied to software development.</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PERT and CPM are driven by information from earlier projects: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Estimates effort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 decomposition of product function</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Selection of appropriate process model and task set</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Decomposition of tasks</a:t>
            </a:r>
            <a:endParaRPr/>
          </a:p>
        </p:txBody>
      </p:sp>
      <p:sp>
        <p:nvSpPr>
          <p:cNvPr id="1565" name="Google Shape;1565;p13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3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a:t>
            </a:r>
            <a:endParaRPr/>
          </a:p>
        </p:txBody>
      </p:sp>
      <p:sp>
        <p:nvSpPr>
          <p:cNvPr id="1571" name="Google Shape;1571;p133"/>
          <p:cNvSpPr txBox="1"/>
          <p:nvPr>
            <p:ph idx="1" type="body"/>
          </p:nvPr>
        </p:nvSpPr>
        <p:spPr>
          <a:xfrm>
            <a:off x="228600" y="1676400"/>
            <a:ext cx="87630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PERT and CPM are quantitative tools which allow planner to :</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 determine </a:t>
            </a:r>
            <a:r>
              <a:rPr b="1" i="0" lang="en-US" sz="2800" u="none">
                <a:solidFill>
                  <a:schemeClr val="dk1"/>
                </a:solidFill>
                <a:latin typeface="Times New Roman"/>
                <a:ea typeface="Times New Roman"/>
                <a:cs typeface="Times New Roman"/>
                <a:sym typeface="Times New Roman"/>
              </a:rPr>
              <a:t>critical path- </a:t>
            </a:r>
            <a:r>
              <a:rPr b="0" i="0" lang="en-US" sz="2800" u="none">
                <a:solidFill>
                  <a:schemeClr val="dk1"/>
                </a:solidFill>
                <a:latin typeface="Times New Roman"/>
                <a:ea typeface="Times New Roman"/>
                <a:cs typeface="Times New Roman"/>
                <a:sym typeface="Times New Roman"/>
              </a:rPr>
              <a:t>chain of tasks that determine duration of tasks.</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Most likely </a:t>
            </a:r>
            <a:r>
              <a:rPr b="1" i="0" lang="en-US" sz="2800" u="none">
                <a:solidFill>
                  <a:schemeClr val="dk1"/>
                </a:solidFill>
                <a:latin typeface="Times New Roman"/>
                <a:ea typeface="Times New Roman"/>
                <a:cs typeface="Times New Roman"/>
                <a:sym typeface="Times New Roman"/>
              </a:rPr>
              <a:t>time estimates </a:t>
            </a:r>
            <a:r>
              <a:rPr b="0" i="0" lang="en-US" sz="2800" u="none">
                <a:solidFill>
                  <a:schemeClr val="dk1"/>
                </a:solidFill>
                <a:latin typeface="Times New Roman"/>
                <a:ea typeface="Times New Roman"/>
                <a:cs typeface="Times New Roman"/>
                <a:sym typeface="Times New Roman"/>
              </a:rPr>
              <a:t>for individual tasks by applying statistical models.</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1" i="0" lang="en-US" sz="2800" u="none">
                <a:solidFill>
                  <a:schemeClr val="dk1"/>
                </a:solidFill>
                <a:latin typeface="Times New Roman"/>
                <a:ea typeface="Times New Roman"/>
                <a:cs typeface="Times New Roman"/>
                <a:sym typeface="Times New Roman"/>
              </a:rPr>
              <a:t>Boundary window</a:t>
            </a:r>
            <a:r>
              <a:rPr b="0" i="0" lang="en-US" sz="2800" u="none">
                <a:solidFill>
                  <a:schemeClr val="dk1"/>
                </a:solidFill>
                <a:latin typeface="Times New Roman"/>
                <a:ea typeface="Times New Roman"/>
                <a:cs typeface="Times New Roman"/>
                <a:sym typeface="Times New Roman"/>
              </a:rPr>
              <a:t>-time window for a particular task.</a:t>
            </a:r>
            <a:endParaRPr/>
          </a:p>
          <a:p>
            <a:pPr indent="-139700" lvl="0" marL="342900" marR="0" rtl="0" algn="l">
              <a:lnSpc>
                <a:spcPct val="100000"/>
              </a:lnSpc>
              <a:spcBef>
                <a:spcPts val="640"/>
              </a:spcBef>
              <a:spcAft>
                <a:spcPts val="0"/>
              </a:spcAft>
              <a:buClr>
                <a:schemeClr val="dk1"/>
              </a:buClr>
              <a:buSzPts val="3200"/>
              <a:buFont typeface="Noto Sans Symbols"/>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Noto Sans Symbols"/>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572" name="Google Shape;1572;p13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6" name="Shape 1576"/>
        <p:cNvGrpSpPr/>
        <p:nvPr/>
      </p:nvGrpSpPr>
      <p:grpSpPr>
        <a:xfrm>
          <a:off x="0" y="0"/>
          <a:ext cx="0" cy="0"/>
          <a:chOff x="0" y="0"/>
          <a:chExt cx="0" cy="0"/>
        </a:xfrm>
      </p:grpSpPr>
      <p:sp>
        <p:nvSpPr>
          <p:cNvPr id="1577" name="Google Shape;1577;p134"/>
          <p:cNvSpPr txBox="1"/>
          <p:nvPr/>
        </p:nvSpPr>
        <p:spPr>
          <a:xfrm>
            <a:off x="476250" y="6248400"/>
            <a:ext cx="7702550" cy="4762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578" name="Google Shape;1578;p134"/>
          <p:cNvSpPr txBox="1"/>
          <p:nvPr/>
        </p:nvSpPr>
        <p:spPr>
          <a:xfrm>
            <a:off x="8239125" y="6248400"/>
            <a:ext cx="631825"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579" name="Google Shape;1579;p1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Timeline Charts</a:t>
            </a:r>
            <a:endParaRPr/>
          </a:p>
        </p:txBody>
      </p:sp>
      <p:sp>
        <p:nvSpPr>
          <p:cNvPr id="1580" name="Google Shape;1580;p134"/>
          <p:cNvSpPr txBox="1"/>
          <p:nvPr/>
        </p:nvSpPr>
        <p:spPr>
          <a:xfrm>
            <a:off x="1084262" y="1541462"/>
            <a:ext cx="709295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1" name="Google Shape;1581;p134"/>
          <p:cNvSpPr txBox="1"/>
          <p:nvPr/>
        </p:nvSpPr>
        <p:spPr>
          <a:xfrm>
            <a:off x="1084262" y="1541462"/>
            <a:ext cx="7092950" cy="46355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2" name="Google Shape;1582;p134"/>
          <p:cNvSpPr txBox="1"/>
          <p:nvPr/>
        </p:nvSpPr>
        <p:spPr>
          <a:xfrm>
            <a:off x="1098550" y="1541462"/>
            <a:ext cx="13843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3" name="Google Shape;1583;p134"/>
          <p:cNvSpPr txBox="1"/>
          <p:nvPr/>
        </p:nvSpPr>
        <p:spPr>
          <a:xfrm>
            <a:off x="2478087" y="1535112"/>
            <a:ext cx="9271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4" name="Google Shape;1584;p134"/>
          <p:cNvSpPr txBox="1"/>
          <p:nvPr/>
        </p:nvSpPr>
        <p:spPr>
          <a:xfrm>
            <a:off x="3414712" y="1546225"/>
            <a:ext cx="9271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5" name="Google Shape;1585;p134"/>
          <p:cNvSpPr txBox="1"/>
          <p:nvPr/>
        </p:nvSpPr>
        <p:spPr>
          <a:xfrm>
            <a:off x="4351337" y="1541462"/>
            <a:ext cx="9271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6" name="Google Shape;1586;p134"/>
          <p:cNvSpPr txBox="1"/>
          <p:nvPr/>
        </p:nvSpPr>
        <p:spPr>
          <a:xfrm>
            <a:off x="5287962" y="1535112"/>
            <a:ext cx="9271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7" name="Google Shape;1587;p134"/>
          <p:cNvSpPr txBox="1"/>
          <p:nvPr/>
        </p:nvSpPr>
        <p:spPr>
          <a:xfrm>
            <a:off x="6238875" y="1546225"/>
            <a:ext cx="9271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cxnSp>
        <p:nvCxnSpPr>
          <p:cNvPr id="1588" name="Google Shape;1588;p134"/>
          <p:cNvCxnSpPr/>
          <p:nvPr/>
        </p:nvCxnSpPr>
        <p:spPr>
          <a:xfrm>
            <a:off x="2425700" y="1557337"/>
            <a:ext cx="0" cy="4365625"/>
          </a:xfrm>
          <a:prstGeom prst="straightConnector1">
            <a:avLst/>
          </a:prstGeom>
          <a:noFill/>
          <a:ln cap="flat" cmpd="sng" w="12700">
            <a:solidFill>
              <a:schemeClr val="lt1"/>
            </a:solidFill>
            <a:prstDash val="solid"/>
            <a:miter lim="800000"/>
            <a:headEnd len="med" w="med" type="none"/>
            <a:tailEnd len="med" w="med" type="none"/>
          </a:ln>
        </p:spPr>
      </p:cxnSp>
      <p:sp>
        <p:nvSpPr>
          <p:cNvPr id="1589" name="Google Shape;1589;p134"/>
          <p:cNvSpPr txBox="1"/>
          <p:nvPr/>
        </p:nvSpPr>
        <p:spPr>
          <a:xfrm>
            <a:off x="1306512" y="1628775"/>
            <a:ext cx="677862"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Tasks</a:t>
            </a:r>
            <a:endParaRPr/>
          </a:p>
        </p:txBody>
      </p:sp>
      <p:sp>
        <p:nvSpPr>
          <p:cNvPr id="1590" name="Google Shape;1590;p134"/>
          <p:cNvSpPr txBox="1"/>
          <p:nvPr/>
        </p:nvSpPr>
        <p:spPr>
          <a:xfrm>
            <a:off x="2573337" y="1655762"/>
            <a:ext cx="798512"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1</a:t>
            </a:r>
            <a:endParaRPr/>
          </a:p>
        </p:txBody>
      </p:sp>
      <p:sp>
        <p:nvSpPr>
          <p:cNvPr id="1591" name="Google Shape;1591;p134"/>
          <p:cNvSpPr txBox="1"/>
          <p:nvPr/>
        </p:nvSpPr>
        <p:spPr>
          <a:xfrm>
            <a:off x="3495675" y="1666875"/>
            <a:ext cx="798512"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2</a:t>
            </a:r>
            <a:endParaRPr/>
          </a:p>
        </p:txBody>
      </p:sp>
      <p:sp>
        <p:nvSpPr>
          <p:cNvPr id="1592" name="Google Shape;1592;p134"/>
          <p:cNvSpPr txBox="1"/>
          <p:nvPr/>
        </p:nvSpPr>
        <p:spPr>
          <a:xfrm>
            <a:off x="4418012" y="1660525"/>
            <a:ext cx="798512" cy="2873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3</a:t>
            </a:r>
            <a:endParaRPr/>
          </a:p>
        </p:txBody>
      </p:sp>
      <p:sp>
        <p:nvSpPr>
          <p:cNvPr id="1593" name="Google Shape;1593;p134"/>
          <p:cNvSpPr txBox="1"/>
          <p:nvPr/>
        </p:nvSpPr>
        <p:spPr>
          <a:xfrm>
            <a:off x="5340350" y="1655762"/>
            <a:ext cx="798512"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4</a:t>
            </a:r>
            <a:endParaRPr/>
          </a:p>
        </p:txBody>
      </p:sp>
      <p:sp>
        <p:nvSpPr>
          <p:cNvPr id="1594" name="Google Shape;1594;p134"/>
          <p:cNvSpPr txBox="1"/>
          <p:nvPr/>
        </p:nvSpPr>
        <p:spPr>
          <a:xfrm>
            <a:off x="7227887" y="1660525"/>
            <a:ext cx="808037" cy="2873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n</a:t>
            </a:r>
            <a:endParaRPr/>
          </a:p>
        </p:txBody>
      </p:sp>
      <p:sp>
        <p:nvSpPr>
          <p:cNvPr id="1595" name="Google Shape;1595;p134"/>
          <p:cNvSpPr txBox="1"/>
          <p:nvPr/>
        </p:nvSpPr>
        <p:spPr>
          <a:xfrm>
            <a:off x="1422400" y="2165350"/>
            <a:ext cx="701675"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a:t>
            </a:r>
            <a:endParaRPr/>
          </a:p>
        </p:txBody>
      </p:sp>
      <p:sp>
        <p:nvSpPr>
          <p:cNvPr id="1596" name="Google Shape;1596;p134"/>
          <p:cNvSpPr txBox="1"/>
          <p:nvPr/>
        </p:nvSpPr>
        <p:spPr>
          <a:xfrm>
            <a:off x="1422400" y="2447925"/>
            <a:ext cx="701675" cy="2873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2</a:t>
            </a:r>
            <a:endParaRPr/>
          </a:p>
        </p:txBody>
      </p:sp>
      <p:sp>
        <p:nvSpPr>
          <p:cNvPr id="1597" name="Google Shape;1597;p134"/>
          <p:cNvSpPr txBox="1"/>
          <p:nvPr/>
        </p:nvSpPr>
        <p:spPr>
          <a:xfrm>
            <a:off x="1422400" y="2716212"/>
            <a:ext cx="701675"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3</a:t>
            </a:r>
            <a:endParaRPr/>
          </a:p>
        </p:txBody>
      </p:sp>
      <p:sp>
        <p:nvSpPr>
          <p:cNvPr id="1598" name="Google Shape;1598;p134"/>
          <p:cNvSpPr txBox="1"/>
          <p:nvPr/>
        </p:nvSpPr>
        <p:spPr>
          <a:xfrm>
            <a:off x="1422400" y="2984500"/>
            <a:ext cx="688975" cy="4794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4</a:t>
            </a:r>
            <a:endParaRPr/>
          </a:p>
        </p:txBody>
      </p:sp>
      <p:sp>
        <p:nvSpPr>
          <p:cNvPr id="1599" name="Google Shape;1599;p134"/>
          <p:cNvSpPr txBox="1"/>
          <p:nvPr/>
        </p:nvSpPr>
        <p:spPr>
          <a:xfrm>
            <a:off x="1422400" y="3252787"/>
            <a:ext cx="701675"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5</a:t>
            </a:r>
            <a:endParaRPr/>
          </a:p>
        </p:txBody>
      </p:sp>
      <p:sp>
        <p:nvSpPr>
          <p:cNvPr id="1600" name="Google Shape;1600;p134"/>
          <p:cNvSpPr txBox="1"/>
          <p:nvPr/>
        </p:nvSpPr>
        <p:spPr>
          <a:xfrm>
            <a:off x="1422400" y="3519487"/>
            <a:ext cx="701675" cy="2873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6</a:t>
            </a:r>
            <a:endParaRPr/>
          </a:p>
        </p:txBody>
      </p:sp>
      <p:sp>
        <p:nvSpPr>
          <p:cNvPr id="1601" name="Google Shape;1601;p134"/>
          <p:cNvSpPr txBox="1"/>
          <p:nvPr/>
        </p:nvSpPr>
        <p:spPr>
          <a:xfrm>
            <a:off x="1422400" y="3787775"/>
            <a:ext cx="701675"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7</a:t>
            </a:r>
            <a:endParaRPr/>
          </a:p>
        </p:txBody>
      </p:sp>
      <p:sp>
        <p:nvSpPr>
          <p:cNvPr id="1602" name="Google Shape;1602;p134"/>
          <p:cNvSpPr txBox="1"/>
          <p:nvPr/>
        </p:nvSpPr>
        <p:spPr>
          <a:xfrm>
            <a:off x="1431925" y="4054475"/>
            <a:ext cx="701675"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8</a:t>
            </a:r>
            <a:endParaRPr/>
          </a:p>
        </p:txBody>
      </p:sp>
      <p:sp>
        <p:nvSpPr>
          <p:cNvPr id="1603" name="Google Shape;1603;p134"/>
          <p:cNvSpPr txBox="1"/>
          <p:nvPr/>
        </p:nvSpPr>
        <p:spPr>
          <a:xfrm>
            <a:off x="1431925" y="4338637"/>
            <a:ext cx="701675"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9</a:t>
            </a:r>
            <a:endParaRPr/>
          </a:p>
        </p:txBody>
      </p:sp>
      <p:sp>
        <p:nvSpPr>
          <p:cNvPr id="1604" name="Google Shape;1604;p134"/>
          <p:cNvSpPr txBox="1"/>
          <p:nvPr/>
        </p:nvSpPr>
        <p:spPr>
          <a:xfrm>
            <a:off x="1431925" y="4605337"/>
            <a:ext cx="801687" cy="2873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10</a:t>
            </a:r>
            <a:endParaRPr/>
          </a:p>
        </p:txBody>
      </p:sp>
      <p:sp>
        <p:nvSpPr>
          <p:cNvPr id="1605" name="Google Shape;1605;p134"/>
          <p:cNvSpPr txBox="1"/>
          <p:nvPr/>
        </p:nvSpPr>
        <p:spPr>
          <a:xfrm>
            <a:off x="1431925" y="4873625"/>
            <a:ext cx="817562"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11</a:t>
            </a:r>
            <a:endParaRPr/>
          </a:p>
        </p:txBody>
      </p:sp>
      <p:sp>
        <p:nvSpPr>
          <p:cNvPr id="1606" name="Google Shape;1606;p134"/>
          <p:cNvSpPr txBox="1"/>
          <p:nvPr/>
        </p:nvSpPr>
        <p:spPr>
          <a:xfrm>
            <a:off x="1431925" y="5141912"/>
            <a:ext cx="801687" cy="2857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12</a:t>
            </a:r>
            <a:endParaRPr/>
          </a:p>
        </p:txBody>
      </p:sp>
      <p:sp>
        <p:nvSpPr>
          <p:cNvPr id="1607" name="Google Shape;1607;p134"/>
          <p:cNvSpPr txBox="1"/>
          <p:nvPr/>
        </p:nvSpPr>
        <p:spPr>
          <a:xfrm>
            <a:off x="2540000" y="2230437"/>
            <a:ext cx="1198562" cy="128587"/>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08" name="Google Shape;1608;p134"/>
          <p:cNvSpPr txBox="1"/>
          <p:nvPr/>
        </p:nvSpPr>
        <p:spPr>
          <a:xfrm>
            <a:off x="3048000" y="2498725"/>
            <a:ext cx="1954212" cy="144462"/>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09" name="Google Shape;1609;p134"/>
          <p:cNvSpPr txBox="1"/>
          <p:nvPr/>
        </p:nvSpPr>
        <p:spPr>
          <a:xfrm>
            <a:off x="4625975" y="4403725"/>
            <a:ext cx="1954212" cy="144462"/>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0" name="Google Shape;1610;p134"/>
          <p:cNvSpPr txBox="1"/>
          <p:nvPr/>
        </p:nvSpPr>
        <p:spPr>
          <a:xfrm>
            <a:off x="3406775" y="5202237"/>
            <a:ext cx="1954212" cy="144462"/>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1" name="Google Shape;1611;p134"/>
          <p:cNvSpPr txBox="1"/>
          <p:nvPr/>
        </p:nvSpPr>
        <p:spPr>
          <a:xfrm>
            <a:off x="6240462" y="4732337"/>
            <a:ext cx="1954212" cy="144462"/>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2" name="Google Shape;1612;p134"/>
          <p:cNvSpPr txBox="1"/>
          <p:nvPr/>
        </p:nvSpPr>
        <p:spPr>
          <a:xfrm>
            <a:off x="3414712" y="3008312"/>
            <a:ext cx="3738562" cy="128587"/>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3" name="Google Shape;1613;p134"/>
          <p:cNvSpPr txBox="1"/>
          <p:nvPr/>
        </p:nvSpPr>
        <p:spPr>
          <a:xfrm>
            <a:off x="4348162" y="3284537"/>
            <a:ext cx="1198562" cy="128587"/>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4" name="Google Shape;1614;p134"/>
          <p:cNvSpPr txBox="1"/>
          <p:nvPr/>
        </p:nvSpPr>
        <p:spPr>
          <a:xfrm>
            <a:off x="3759200" y="3582987"/>
            <a:ext cx="728662" cy="128587"/>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5" name="Google Shape;1615;p134"/>
          <p:cNvSpPr txBox="1"/>
          <p:nvPr/>
        </p:nvSpPr>
        <p:spPr>
          <a:xfrm>
            <a:off x="5526087" y="3863975"/>
            <a:ext cx="1441450" cy="128587"/>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6" name="Google Shape;1616;p134"/>
          <p:cNvSpPr txBox="1"/>
          <p:nvPr/>
        </p:nvSpPr>
        <p:spPr>
          <a:xfrm>
            <a:off x="6221412" y="4162425"/>
            <a:ext cx="1984375" cy="112712"/>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135"/>
          <p:cNvSpPr txBox="1"/>
          <p:nvPr/>
        </p:nvSpPr>
        <p:spPr>
          <a:xfrm>
            <a:off x="476250" y="6248400"/>
            <a:ext cx="7702550" cy="4762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622" name="Google Shape;1622;p135"/>
          <p:cNvSpPr txBox="1"/>
          <p:nvPr/>
        </p:nvSpPr>
        <p:spPr>
          <a:xfrm>
            <a:off x="8239125" y="6248400"/>
            <a:ext cx="631825" cy="476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623" name="Google Shape;1623;p135"/>
          <p:cNvSpPr txBox="1"/>
          <p:nvPr/>
        </p:nvSpPr>
        <p:spPr>
          <a:xfrm>
            <a:off x="1668462" y="1643062"/>
            <a:ext cx="5921375" cy="4349750"/>
          </a:xfrm>
          <a:prstGeom prst="rect">
            <a:avLst/>
          </a:prstGeom>
          <a:solidFill>
            <a:srgbClr val="96E3FE"/>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24" name="Google Shape;1624;p135"/>
          <p:cNvSpPr txBox="1"/>
          <p:nvPr>
            <p:ph type="title"/>
          </p:nvPr>
        </p:nvSpPr>
        <p:spPr>
          <a:xfrm>
            <a:off x="1943100" y="400050"/>
            <a:ext cx="5437187" cy="1158875"/>
          </a:xfrm>
          <a:prstGeom prst="rect">
            <a:avLst/>
          </a:prstGeom>
          <a:noFill/>
          <a:ln>
            <a:noFill/>
          </a:ln>
        </p:spPr>
        <p:txBody>
          <a:bodyPr anchorCtr="0" anchor="t" bIns="25400" lIns="63500" spcFirstLastPara="1" rIns="63500" wrap="square" tIns="25400">
            <a:sp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Use Automated Tools to</a:t>
            </a:r>
            <a:br>
              <a:rPr b="1" i="0" lang="en-US" sz="3600" u="none">
                <a:solidFill>
                  <a:srgbClr val="F3FF07"/>
                </a:solidFill>
                <a:latin typeface="Palatino"/>
                <a:ea typeface="Palatino"/>
                <a:cs typeface="Palatino"/>
                <a:sym typeface="Palatino"/>
              </a:rPr>
            </a:br>
            <a:r>
              <a:rPr b="1" i="0" lang="en-US" sz="3600" u="none">
                <a:solidFill>
                  <a:srgbClr val="F3FF07"/>
                </a:solidFill>
                <a:latin typeface="Palatino"/>
                <a:ea typeface="Palatino"/>
                <a:cs typeface="Palatino"/>
                <a:sym typeface="Palatino"/>
              </a:rPr>
              <a:t>Derive a Timeline Chart</a:t>
            </a:r>
            <a:endParaRPr/>
          </a:p>
        </p:txBody>
      </p:sp>
      <p:pic>
        <p:nvPicPr>
          <p:cNvPr id="1625" name="Google Shape;1625;p135"/>
          <p:cNvPicPr preferRelativeResize="0"/>
          <p:nvPr/>
        </p:nvPicPr>
        <p:blipFill rotWithShape="1">
          <a:blip r:embed="rId3">
            <a:alphaModFix/>
          </a:blip>
          <a:srcRect b="0" l="0" r="0" t="0"/>
          <a:stretch/>
        </p:blipFill>
        <p:spPr>
          <a:xfrm>
            <a:off x="1912937" y="1792287"/>
            <a:ext cx="5443537" cy="41021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3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Schedule Tracking</a:t>
            </a:r>
            <a:endParaRPr/>
          </a:p>
        </p:txBody>
      </p:sp>
      <p:sp>
        <p:nvSpPr>
          <p:cNvPr id="1631" name="Google Shape;1631;p136"/>
          <p:cNvSpPr txBox="1"/>
          <p:nvPr>
            <p:ph idx="1" type="body"/>
          </p:nvPr>
        </p:nvSpPr>
        <p:spPr>
          <a:xfrm>
            <a:off x="152400" y="1600200"/>
            <a:ext cx="8839200" cy="51054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90000"/>
              </a:lnSpc>
              <a:spcBef>
                <a:spcPts val="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conduct </a:t>
            </a:r>
            <a:r>
              <a:rPr b="1" i="0" lang="en-US" sz="3200" u="none" cap="none" strike="noStrike">
                <a:solidFill>
                  <a:schemeClr val="dk1"/>
                </a:solidFill>
                <a:latin typeface="Times New Roman"/>
                <a:ea typeface="Times New Roman"/>
                <a:cs typeface="Times New Roman"/>
                <a:sym typeface="Times New Roman"/>
              </a:rPr>
              <a:t>periodic project status meetings</a:t>
            </a:r>
            <a:r>
              <a:rPr b="0" i="0" lang="en-US" sz="3200" u="none" cap="none" strike="noStrike">
                <a:solidFill>
                  <a:schemeClr val="dk1"/>
                </a:solidFill>
                <a:latin typeface="Times New Roman"/>
                <a:ea typeface="Times New Roman"/>
                <a:cs typeface="Times New Roman"/>
                <a:sym typeface="Times New Roman"/>
              </a:rPr>
              <a:t> in which each team member reports progress and problems.</a:t>
            </a:r>
            <a:endParaRPr/>
          </a:p>
          <a:p>
            <a:pPr indent="-82550" lvl="1" marL="742950" marR="0" rtl="0" algn="just">
              <a:lnSpc>
                <a:spcPct val="90000"/>
              </a:lnSpc>
              <a:spcBef>
                <a:spcPts val="60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30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evaluate the </a:t>
            </a:r>
            <a:r>
              <a:rPr b="1" i="0" lang="en-US" sz="3200" u="none" cap="none" strike="noStrike">
                <a:solidFill>
                  <a:schemeClr val="dk1"/>
                </a:solidFill>
                <a:latin typeface="Times New Roman"/>
                <a:ea typeface="Times New Roman"/>
                <a:cs typeface="Times New Roman"/>
                <a:sym typeface="Times New Roman"/>
              </a:rPr>
              <a:t>results of all reviews conducted </a:t>
            </a:r>
            <a:r>
              <a:rPr b="0" i="0" lang="en-US" sz="3200" u="none" cap="none" strike="noStrike">
                <a:solidFill>
                  <a:schemeClr val="dk1"/>
                </a:solidFill>
                <a:latin typeface="Times New Roman"/>
                <a:ea typeface="Times New Roman"/>
                <a:cs typeface="Times New Roman"/>
                <a:sym typeface="Times New Roman"/>
              </a:rPr>
              <a:t>throughout the software engineering process.</a:t>
            </a:r>
            <a:endParaRPr/>
          </a:p>
          <a:p>
            <a:pPr indent="-82550" lvl="1" marL="742950" marR="0" rtl="0" algn="just">
              <a:lnSpc>
                <a:spcPct val="90000"/>
              </a:lnSpc>
              <a:spcBef>
                <a:spcPts val="30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determine whether formal </a:t>
            </a:r>
            <a:r>
              <a:rPr b="1" i="0" lang="en-US" sz="3200" u="none" cap="none" strike="noStrike">
                <a:solidFill>
                  <a:schemeClr val="dk1"/>
                </a:solidFill>
                <a:latin typeface="Times New Roman"/>
                <a:ea typeface="Times New Roman"/>
                <a:cs typeface="Times New Roman"/>
                <a:sym typeface="Times New Roman"/>
              </a:rPr>
              <a:t>project milestones </a:t>
            </a:r>
            <a:r>
              <a:rPr b="0" i="0" lang="en-US" sz="3200" u="none" cap="none" strike="noStrike">
                <a:solidFill>
                  <a:schemeClr val="dk1"/>
                </a:solidFill>
                <a:latin typeface="Times New Roman"/>
                <a:ea typeface="Times New Roman"/>
                <a:cs typeface="Times New Roman"/>
                <a:sym typeface="Times New Roman"/>
              </a:rPr>
              <a:t>have been </a:t>
            </a:r>
            <a:r>
              <a:rPr b="1" i="0" lang="en-US" sz="3200" u="none" cap="none" strike="noStrike">
                <a:solidFill>
                  <a:schemeClr val="dk1"/>
                </a:solidFill>
                <a:latin typeface="Times New Roman"/>
                <a:ea typeface="Times New Roman"/>
                <a:cs typeface="Times New Roman"/>
                <a:sym typeface="Times New Roman"/>
              </a:rPr>
              <a:t>accomplished</a:t>
            </a:r>
            <a:r>
              <a:rPr b="0" i="0" lang="en-US" sz="3200" u="none" cap="none" strike="noStrike">
                <a:solidFill>
                  <a:schemeClr val="dk1"/>
                </a:solidFill>
                <a:latin typeface="Times New Roman"/>
                <a:ea typeface="Times New Roman"/>
                <a:cs typeface="Times New Roman"/>
                <a:sym typeface="Times New Roman"/>
              </a:rPr>
              <a:t> by the scheduled date.</a:t>
            </a:r>
            <a:endParaRPr/>
          </a:p>
          <a:p>
            <a:pPr indent="-139700" lvl="0" marL="342900" marR="0" rtl="0" algn="l">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1632" name="Google Shape;1632;p13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13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Schedule Tracking</a:t>
            </a:r>
            <a:endParaRPr/>
          </a:p>
        </p:txBody>
      </p:sp>
      <p:sp>
        <p:nvSpPr>
          <p:cNvPr id="1638" name="Google Shape;1638;p137"/>
          <p:cNvSpPr txBox="1"/>
          <p:nvPr>
            <p:ph idx="1" type="body"/>
          </p:nvPr>
        </p:nvSpPr>
        <p:spPr>
          <a:xfrm>
            <a:off x="381000" y="1676400"/>
            <a:ext cx="8534400" cy="50292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90000"/>
              </a:lnSpc>
              <a:spcBef>
                <a:spcPts val="0"/>
              </a:spcBef>
              <a:spcAft>
                <a:spcPts val="0"/>
              </a:spcAft>
              <a:buClr>
                <a:schemeClr val="dk1"/>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compare actual start-date to planned start-date </a:t>
            </a:r>
            <a:r>
              <a:rPr b="0" i="0" lang="en-US" sz="3200" u="none" cap="none" strike="noStrike">
                <a:solidFill>
                  <a:schemeClr val="dk1"/>
                </a:solidFill>
                <a:latin typeface="Times New Roman"/>
                <a:ea typeface="Times New Roman"/>
                <a:cs typeface="Times New Roman"/>
                <a:sym typeface="Times New Roman"/>
              </a:rPr>
              <a:t>for each project task listed in the resource table </a:t>
            </a:r>
            <a:endParaRPr/>
          </a:p>
          <a:p>
            <a:pPr indent="-82550" lvl="1" marL="742950" marR="0" rtl="0" algn="just">
              <a:lnSpc>
                <a:spcPct val="90000"/>
              </a:lnSpc>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640"/>
              </a:spcBef>
              <a:spcAft>
                <a:spcPts val="0"/>
              </a:spcAft>
              <a:buClr>
                <a:schemeClr val="dk1"/>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meet informally </a:t>
            </a:r>
            <a:r>
              <a:rPr b="0" i="0" lang="en-US" sz="3200" u="none" cap="none" strike="noStrike">
                <a:solidFill>
                  <a:schemeClr val="dk1"/>
                </a:solidFill>
                <a:latin typeface="Times New Roman"/>
                <a:ea typeface="Times New Roman"/>
                <a:cs typeface="Times New Roman"/>
                <a:sym typeface="Times New Roman"/>
              </a:rPr>
              <a:t>with </a:t>
            </a:r>
            <a:r>
              <a:rPr b="1" i="0" lang="en-US" sz="3200" u="none" cap="none" strike="noStrike">
                <a:solidFill>
                  <a:schemeClr val="dk1"/>
                </a:solidFill>
                <a:latin typeface="Times New Roman"/>
                <a:ea typeface="Times New Roman"/>
                <a:cs typeface="Times New Roman"/>
                <a:sym typeface="Times New Roman"/>
              </a:rPr>
              <a:t>practitioners</a:t>
            </a:r>
            <a:r>
              <a:rPr b="0" i="0" lang="en-US" sz="3200" u="none" cap="none" strike="noStrike">
                <a:solidFill>
                  <a:schemeClr val="dk1"/>
                </a:solidFill>
                <a:latin typeface="Times New Roman"/>
                <a:ea typeface="Times New Roman"/>
                <a:cs typeface="Times New Roman"/>
                <a:sym typeface="Times New Roman"/>
              </a:rPr>
              <a:t> to obtain their subjective </a:t>
            </a:r>
            <a:r>
              <a:rPr b="1" i="0" lang="en-US" sz="3200" u="none" cap="none" strike="noStrike">
                <a:solidFill>
                  <a:schemeClr val="dk1"/>
                </a:solidFill>
                <a:latin typeface="Times New Roman"/>
                <a:ea typeface="Times New Roman"/>
                <a:cs typeface="Times New Roman"/>
                <a:sym typeface="Times New Roman"/>
              </a:rPr>
              <a:t>assessment </a:t>
            </a:r>
            <a:r>
              <a:rPr b="0" i="0" lang="en-US" sz="3200" u="none" cap="none" strike="noStrike">
                <a:solidFill>
                  <a:schemeClr val="dk1"/>
                </a:solidFill>
                <a:latin typeface="Times New Roman"/>
                <a:ea typeface="Times New Roman"/>
                <a:cs typeface="Times New Roman"/>
                <a:sym typeface="Times New Roman"/>
              </a:rPr>
              <a:t>of progress to date and problems on the horizon.</a:t>
            </a:r>
            <a:endParaRPr/>
          </a:p>
          <a:p>
            <a:pPr indent="-82550" lvl="1" marL="742950" marR="0" rtl="0" algn="just">
              <a:lnSpc>
                <a:spcPct val="90000"/>
              </a:lnSpc>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use </a:t>
            </a:r>
            <a:r>
              <a:rPr b="1" i="0" lang="en-US" sz="3200" u="none" cap="none" strike="noStrike">
                <a:solidFill>
                  <a:schemeClr val="dk1"/>
                </a:solidFill>
                <a:latin typeface="Times New Roman"/>
                <a:ea typeface="Times New Roman"/>
                <a:cs typeface="Times New Roman"/>
                <a:sym typeface="Times New Roman"/>
              </a:rPr>
              <a:t>earned value analysis</a:t>
            </a:r>
            <a:r>
              <a:rPr b="0" i="0" lang="en-US" sz="3200" u="none" cap="none" strike="noStrike">
                <a:solidFill>
                  <a:schemeClr val="dk1"/>
                </a:solidFill>
                <a:latin typeface="Times New Roman"/>
                <a:ea typeface="Times New Roman"/>
                <a:cs typeface="Times New Roman"/>
                <a:sym typeface="Times New Roman"/>
              </a:rPr>
              <a:t> to assess progress quantitatively.</a:t>
            </a:r>
            <a:endParaRPr/>
          </a:p>
          <a:p>
            <a:pPr indent="-139700" lvl="0" marL="342900" marR="0" rtl="0" algn="l">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1639" name="Google Shape;1639;p13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13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45" name="Google Shape;1645;p13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Progress on an OO Project-I</a:t>
            </a:r>
            <a:endParaRPr/>
          </a:p>
        </p:txBody>
      </p:sp>
      <p:sp>
        <p:nvSpPr>
          <p:cNvPr id="1646" name="Google Shape;1646;p13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analysis completed  </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All classes and the class hierarchy have been defined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Class attributes and operations associated with a class have been defined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Class relationships have been established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 behavioral model has been created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Reusable classes have been noted.</a:t>
            </a:r>
            <a:endParaRPr/>
          </a:p>
          <a:p>
            <a:pPr indent="-342900" lvl="0" marL="342900" rtl="0" algn="l">
              <a:lnSpc>
                <a:spcPct val="90000"/>
              </a:lnSpc>
              <a:spcBef>
                <a:spcPts val="30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design completed</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The set of subsystems has been defined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Classes are allocated to subsystems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Task allocation has been established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Responsibilities and collaborations have been identified.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Attributes and operations have been designed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The communication model has been created and reviewed.</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3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52" name="Google Shape;1652;p13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Progress on an OO Project-II</a:t>
            </a:r>
            <a:endParaRPr/>
          </a:p>
        </p:txBody>
      </p:sp>
      <p:sp>
        <p:nvSpPr>
          <p:cNvPr id="1653" name="Google Shape;1653;p13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programming completed</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Each new class has been implemented in code from the design model.</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Extracted classes (from a reuse library) have been implemented.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Prototype or increment has been built.</a:t>
            </a:r>
            <a:endParaRPr/>
          </a:p>
          <a:p>
            <a:pPr indent="-342900" lvl="0" marL="342900" rtl="0" algn="l">
              <a:lnSpc>
                <a:spcPct val="90000"/>
              </a:lnSpc>
              <a:spcBef>
                <a:spcPts val="30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testing</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The correctness and completeness of OO analysis and design models has been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 class-responsibility-collaboration network has been developed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Test cases are designed and class-level tests have been conducted for each class.</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Test cases are designed and cluster testing is completed and the classes are integrated.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System level tests have been completed.</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14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59" name="Google Shape;1659;p14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60" name="Google Shape;1660;p14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Earned value</a:t>
            </a:r>
            <a:endParaRPr/>
          </a:p>
          <a:p>
            <a:pPr indent="-285750" lvl="1" marL="74295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is a measure of progress</a:t>
            </a:r>
            <a:endParaRPr/>
          </a:p>
          <a:p>
            <a:pPr indent="-285750" lvl="1" marL="74295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enables us to assess the “percent of completeness” of a project using quantitative analysis rather than rely on a gut feeling</a:t>
            </a:r>
            <a:endParaRPr/>
          </a:p>
          <a:p>
            <a:pPr indent="-285750" lvl="1" marL="74295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“provides accurate and reliable readings of performance from as early as 15 percent into the project.”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14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66" name="Google Shape;1666;p14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2. The BCWS values for all work tasks are summed to derive the </a:t>
            </a:r>
            <a:r>
              <a:rPr b="1" i="1" lang="en-US" sz="3200" u="none">
                <a:solidFill>
                  <a:schemeClr val="dk1"/>
                </a:solidFill>
                <a:latin typeface="Times New Roman"/>
                <a:ea typeface="Times New Roman"/>
                <a:cs typeface="Times New Roman"/>
                <a:sym typeface="Times New Roman"/>
              </a:rPr>
              <a:t>budget a completion </a:t>
            </a:r>
            <a:r>
              <a:rPr b="1" i="0" lang="en-US" sz="3200" u="none">
                <a:solidFill>
                  <a:schemeClr val="dk1"/>
                </a:solidFill>
                <a:latin typeface="Times New Roman"/>
                <a:ea typeface="Times New Roman"/>
                <a:cs typeface="Times New Roman"/>
                <a:sym typeface="Times New Roman"/>
              </a:rPr>
              <a:t>(BAC).</a:t>
            </a:r>
            <a:endParaRPr/>
          </a:p>
          <a:p>
            <a:pPr indent="0" lvl="0" marL="0" marR="0" rtl="0" algn="l">
              <a:lnSpc>
                <a:spcPct val="100000"/>
              </a:lnSpc>
              <a:spcBef>
                <a:spcPts val="640"/>
              </a:spcBef>
              <a:spcAft>
                <a:spcPts val="0"/>
              </a:spcAft>
              <a:buClr>
                <a:schemeClr val="dk1"/>
              </a:buClr>
              <a:buSzPts val="3200"/>
              <a:buFont typeface="Times New Roman"/>
              <a:buNone/>
            </a:pPr>
            <a:r>
              <a:t/>
            </a:r>
            <a:endParaRPr b="1"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BAC =  ∑(BCWS</a:t>
            </a:r>
            <a:r>
              <a:rPr b="0" i="1" lang="en-US" sz="2800" u="none">
                <a:solidFill>
                  <a:schemeClr val="dk1"/>
                </a:solidFill>
                <a:latin typeface="Times New Roman"/>
                <a:ea typeface="Times New Roman"/>
                <a:cs typeface="Times New Roman"/>
                <a:sym typeface="Times New Roman"/>
              </a:rPr>
              <a:t>k</a:t>
            </a:r>
            <a:r>
              <a:rPr b="0" i="0" lang="en-US" sz="3200" u="none">
                <a:solidFill>
                  <a:schemeClr val="dk1"/>
                </a:solidFill>
                <a:latin typeface="Times New Roman"/>
                <a:ea typeface="Times New Roman"/>
                <a:cs typeface="Times New Roman"/>
                <a:sym typeface="Times New Roman"/>
              </a:rPr>
              <a:t>) for all tasks </a:t>
            </a:r>
            <a:r>
              <a:rPr b="0" i="1" lang="en-US" sz="3200" u="none">
                <a:solidFill>
                  <a:schemeClr val="dk1"/>
                </a:solidFill>
                <a:latin typeface="Times New Roman"/>
                <a:ea typeface="Times New Roman"/>
                <a:cs typeface="Times New Roman"/>
                <a:sym typeface="Times New Roman"/>
              </a:rPr>
              <a:t>k</a:t>
            </a:r>
            <a:endParaRPr/>
          </a:p>
        </p:txBody>
      </p:sp>
      <p:sp>
        <p:nvSpPr>
          <p:cNvPr id="1667" name="Google Shape;1667;p14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4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73" name="Google Shape;1673;p14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3. value for </a:t>
            </a:r>
            <a:r>
              <a:rPr b="1" i="1" lang="en-US" sz="3200" u="none">
                <a:solidFill>
                  <a:schemeClr val="dk1"/>
                </a:solidFill>
                <a:latin typeface="Times New Roman"/>
                <a:ea typeface="Times New Roman"/>
                <a:cs typeface="Times New Roman"/>
                <a:sym typeface="Times New Roman"/>
              </a:rPr>
              <a:t>budgeted cost of work performed </a:t>
            </a:r>
            <a:r>
              <a:rPr b="1" i="0" lang="en-US" sz="3200" u="none">
                <a:solidFill>
                  <a:schemeClr val="dk1"/>
                </a:solidFill>
                <a:latin typeface="Times New Roman"/>
                <a:ea typeface="Times New Roman"/>
                <a:cs typeface="Times New Roman"/>
                <a:sym typeface="Times New Roman"/>
              </a:rPr>
              <a:t>(BCWP)</a:t>
            </a:r>
            <a:r>
              <a:rPr b="0" i="0" lang="en-US" sz="3200" u="none">
                <a:solidFill>
                  <a:schemeClr val="dk1"/>
                </a:solidFill>
                <a:latin typeface="Times New Roman"/>
                <a:ea typeface="Times New Roman"/>
                <a:cs typeface="Times New Roman"/>
                <a:sym typeface="Times New Roman"/>
              </a:rPr>
              <a:t> is computed.</a:t>
            </a:r>
            <a:endParaRPr/>
          </a:p>
          <a:p>
            <a:pPr indent="0" lvl="0" marL="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BCWP = sum of the BCWS values for all work tasks that have actually been completed</a:t>
            </a:r>
            <a:endParaRPr/>
          </a:p>
          <a:p>
            <a:pPr indent="0" lvl="0" marL="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203200" lvl="0" marL="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Distinction between BCWS and BCWP</a:t>
            </a:r>
            <a:endParaRPr/>
          </a:p>
        </p:txBody>
      </p:sp>
      <p:sp>
        <p:nvSpPr>
          <p:cNvPr id="1674" name="Google Shape;1674;p14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14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80" name="Google Shape;1680;p143"/>
          <p:cNvSpPr txBox="1"/>
          <p:nvPr>
            <p:ph idx="1" type="body"/>
          </p:nvPr>
        </p:nvSpPr>
        <p:spPr>
          <a:xfrm>
            <a:off x="228600" y="1752600"/>
            <a:ext cx="8610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Given values for BCWS, BAC, and BCWP, important progress indicators can be computed:</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681" name="Google Shape;1681;p14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682" name="Google Shape;1682;p143"/>
          <p:cNvPicPr preferRelativeResize="0"/>
          <p:nvPr/>
        </p:nvPicPr>
        <p:blipFill rotWithShape="1">
          <a:blip r:embed="rId3">
            <a:alphaModFix/>
          </a:blip>
          <a:srcRect b="0" l="0" r="0" t="0"/>
          <a:stretch/>
        </p:blipFill>
        <p:spPr>
          <a:xfrm>
            <a:off x="2076450" y="3124200"/>
            <a:ext cx="4991100" cy="1108075"/>
          </a:xfrm>
          <a:prstGeom prst="rect">
            <a:avLst/>
          </a:prstGeom>
          <a:noFill/>
          <a:ln>
            <a:noFill/>
          </a:ln>
        </p:spPr>
      </p:pic>
      <p:pic>
        <p:nvPicPr>
          <p:cNvPr id="1683" name="Google Shape;1683;p143"/>
          <p:cNvPicPr preferRelativeResize="0"/>
          <p:nvPr/>
        </p:nvPicPr>
        <p:blipFill rotWithShape="1">
          <a:blip r:embed="rId4">
            <a:alphaModFix/>
          </a:blip>
          <a:srcRect b="0" l="0" r="0" t="0"/>
          <a:stretch/>
        </p:blipFill>
        <p:spPr>
          <a:xfrm>
            <a:off x="2414587" y="4953000"/>
            <a:ext cx="4314825" cy="114300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7" name="Shape 1687"/>
        <p:cNvGrpSpPr/>
        <p:nvPr/>
      </p:nvGrpSpPr>
      <p:grpSpPr>
        <a:xfrm>
          <a:off x="0" y="0"/>
          <a:ext cx="0" cy="0"/>
          <a:chOff x="0" y="0"/>
          <a:chExt cx="0" cy="0"/>
        </a:xfrm>
      </p:grpSpPr>
      <p:sp>
        <p:nvSpPr>
          <p:cNvPr id="1688" name="Google Shape;1688;p14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89" name="Google Shape;1689;p144"/>
          <p:cNvSpPr txBox="1"/>
          <p:nvPr>
            <p:ph idx="1" type="body"/>
          </p:nvPr>
        </p:nvSpPr>
        <p:spPr>
          <a:xfrm>
            <a:off x="685800" y="1981200"/>
            <a:ext cx="7772400" cy="4343400"/>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Actual Cost of Work Performed (ACWP)</a:t>
            </a:r>
            <a:endParaRPr/>
          </a:p>
        </p:txBody>
      </p:sp>
      <p:sp>
        <p:nvSpPr>
          <p:cNvPr id="1690" name="Google Shape;1690;p14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691" name="Google Shape;1691;p144"/>
          <p:cNvPicPr preferRelativeResize="0"/>
          <p:nvPr/>
        </p:nvPicPr>
        <p:blipFill rotWithShape="1">
          <a:blip r:embed="rId3">
            <a:alphaModFix/>
          </a:blip>
          <a:srcRect b="0" l="0" r="0" t="0"/>
          <a:stretch/>
        </p:blipFill>
        <p:spPr>
          <a:xfrm>
            <a:off x="2308225" y="2286000"/>
            <a:ext cx="4114800" cy="990600"/>
          </a:xfrm>
          <a:prstGeom prst="rect">
            <a:avLst/>
          </a:prstGeom>
          <a:noFill/>
          <a:ln>
            <a:noFill/>
          </a:ln>
        </p:spPr>
      </p:pic>
      <p:pic>
        <p:nvPicPr>
          <p:cNvPr id="1692" name="Google Shape;1692;p144"/>
          <p:cNvPicPr preferRelativeResize="0"/>
          <p:nvPr/>
        </p:nvPicPr>
        <p:blipFill rotWithShape="1">
          <a:blip r:embed="rId4">
            <a:alphaModFix/>
          </a:blip>
          <a:srcRect b="0" l="0" r="0" t="0"/>
          <a:stretch/>
        </p:blipFill>
        <p:spPr>
          <a:xfrm>
            <a:off x="2671762" y="4672012"/>
            <a:ext cx="3800475" cy="11953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4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6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1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3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9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9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3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5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24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15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18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20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13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12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1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8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28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39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10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17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6.xml><?xml version="1.0" encoding="utf-8"?>
<a:theme xmlns:a="http://schemas.openxmlformats.org/drawingml/2006/main" xmlns:r="http://schemas.openxmlformats.org/officeDocument/2006/relationships" name="22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7.xml><?xml version="1.0" encoding="utf-8"?>
<a:theme xmlns:a="http://schemas.openxmlformats.org/drawingml/2006/main" xmlns:r="http://schemas.openxmlformats.org/officeDocument/2006/relationships" name="6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8.xml><?xml version="1.0" encoding="utf-8"?>
<a:theme xmlns:a="http://schemas.openxmlformats.org/drawingml/2006/main" xmlns:r="http://schemas.openxmlformats.org/officeDocument/2006/relationships" name="21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9.xml><?xml version="1.0" encoding="utf-8"?>
<a:theme xmlns:a="http://schemas.openxmlformats.org/drawingml/2006/main" xmlns:r="http://schemas.openxmlformats.org/officeDocument/2006/relationships" name="25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2003-04-04T18:50:43Z</dcterms:created>
  <dc:creator>Jay Tevis</dc:creator>
</cp:coreProperties>
</file>

<file path=docProps/custom.xml><?xml version="1.0" encoding="utf-8"?>
<Properties xmlns="http://schemas.openxmlformats.org/officeDocument/2006/custom-properties" xmlns:vt="http://schemas.openxmlformats.org/officeDocument/2006/docPropsVTypes"/>
</file>